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88" r:id="rId4"/>
  </p:sldMasterIdLst>
  <p:notesMasterIdLst>
    <p:notesMasterId r:id="rId29"/>
  </p:notesMasterIdLst>
  <p:sldIdLst>
    <p:sldId id="278" r:id="rId5"/>
    <p:sldId id="4114" r:id="rId6"/>
    <p:sldId id="4118" r:id="rId7"/>
    <p:sldId id="4132" r:id="rId8"/>
    <p:sldId id="4128" r:id="rId9"/>
    <p:sldId id="4133" r:id="rId10"/>
    <p:sldId id="4127" r:id="rId11"/>
    <p:sldId id="4126" r:id="rId12"/>
    <p:sldId id="4125" r:id="rId13"/>
    <p:sldId id="4139" r:id="rId14"/>
    <p:sldId id="4124" r:id="rId15"/>
    <p:sldId id="4135" r:id="rId16"/>
    <p:sldId id="4123" r:id="rId17"/>
    <p:sldId id="4129" r:id="rId18"/>
    <p:sldId id="4122" r:id="rId19"/>
    <p:sldId id="4136" r:id="rId20"/>
    <p:sldId id="4121" r:id="rId21"/>
    <p:sldId id="4130" r:id="rId22"/>
    <p:sldId id="4137" r:id="rId23"/>
    <p:sldId id="4120" r:id="rId24"/>
    <p:sldId id="4138" r:id="rId25"/>
    <p:sldId id="4119" r:id="rId26"/>
    <p:sldId id="4131" r:id="rId27"/>
    <p:sldId id="411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19" autoAdjust="0"/>
  </p:normalViewPr>
  <p:slideViewPr>
    <p:cSldViewPr snapToGrid="0">
      <p:cViewPr varScale="1">
        <p:scale>
          <a:sx n="63" d="100"/>
          <a:sy n="63" d="100"/>
        </p:scale>
        <p:origin x="6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37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1 145 24575,'1'-2'0,"0"1"0,1-1 0,-1 1 0,1-1 0,0 1 0,-1 0 0,1-1 0,0 1 0,0 0 0,0 0 0,0 0 0,0 1 0,3-2 0,1 0 0,12-5 0,1 1 0,0 1 0,0 0 0,0 2 0,1 0 0,30 0 0,-9 0 0,70-19 0,-48 9 0,4 0 0,-41 9 0,32-9 0,-9 2 0,-26 6 254,-15 2-659,0 1 1,0 1-1,15-2 0,-6 4-6421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38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24575,'2'50'0,"13"70"0,-7-66 0,3 16 0,-4-30 0,4 78 0,-12-108 0,1-3 0,0 1 0,0-1 0,0 0 0,1 0 0,0 0 0,0 0 0,1 0 0,0 0 0,0 0 0,4 7 0,4 6-119,-1 1 0,9 34-1,-12-36-887,1 3-5819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39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1 146 24575,'0'-5'0,"0"-6"0,9 0 0,16 1 0,18-3 0,19-2 0,18 0 0,13-1 0,-1-3 0,-11 2 0,-20 4-8191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1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59 190 24575,'0'-2'0,"1"1"0,-1 1 0,1-1 0,-1 0 0,1 0 0,-1 0 0,1 0 0,-1 0 0,1 0 0,0 0 0,-1 1 0,1-1 0,0 0 0,0 1 0,-1-1 0,1 0 0,0 1 0,0-1 0,0 1 0,0-1 0,0 1 0,0 0 0,0-1 0,0 1 0,0 0 0,0 0 0,0-1 0,1 1 0,36-4 0,-32 4 0,10-2 0,12 1 0,0-2 0,0-1 0,30-9 0,-51 11 0,-1 0 0,1 0 0,-1-1 0,1 1 0,-1-2 0,0 1 0,0-1 0,-1 0 0,1 0 0,-1 0 0,0-1 0,0 0 0,0 0 0,0 0 0,-1 0 0,0-1 0,0 0 0,3-8 0,-6 13 0,0-1 0,-1 1 0,1 0 0,0-1 0,-1 1 0,0-1 0,1 1 0,-1-1 0,0 1 0,0-1 0,0 0 0,0 1 0,0-1 0,0 1 0,0-1 0,-1 1 0,1-1 0,0 1 0,-1-1 0,1 1 0,-1 0 0,-1-2 0,1 1 0,0 0 0,-1 1 0,0-1 0,1 1 0,-1 0 0,0-1 0,0 1 0,0 0 0,0 0 0,0 0 0,0 0 0,0 1 0,-4-2 0,-7 0 0,0 0 0,1 1 0,-1 0 0,-16 2 0,23-1 0,-16 0 0,3 0 0,0 1 0,0 0 0,0 1 0,-19 5 0,32-5 0,1 0 0,-1 0 0,1 1 0,-1-1 0,1 1 0,0 0 0,0 1 0,0-1 0,0 1 0,0 0 0,1 0 0,0 0 0,0 1 0,0 0 0,0-1 0,-5 12 0,1 0 0,0 2 0,1-1 0,1 1 0,1 0 0,0 0 0,-3 34 0,5-21 0,2 1 0,1 0 0,4 37 0,-2-63 0,-1 1 0,1-1 0,1 0 0,-1 1 0,1-1 0,0 0 0,0-1 0,1 1 0,0-1 0,0 1 0,0-1 0,0 0 0,1 0 0,0-1 0,0 0 0,10 7 0,2 1 0,1-1 0,0-1 0,39 15 0,-47-21 0,0 0 0,1-1 0,-1 0 0,1-1 0,0 0 0,0-1 0,0 0 0,0-1 0,12-1 0,-16 0 0,1 0 0,-1-1 0,0 0 0,1 0 0,-1-1 0,0 0 0,0 0 0,-1-1 0,1 1 0,-1-2 0,0 1 0,0-1 0,11-10 0,34-42 0,19-18 0,-55 62 0,5-6 0,0 0 0,22-28 0,-37 40 0,0-1 0,0 0 0,0 1 0,-1-1 0,-1-1 0,1 1 0,-1 0 0,-1-1 0,0 0 0,0 1 0,1-11 0,-2-7 0,-3-43 0,5 97 0,1 0 0,2 0 0,0 0 0,2-1 0,18 43 0,24 49 0,-31-182 0,-7 39 0,1 1 0,0 1 0,24-29 0,55-55 0,-70 81-1365,-5 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1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24575,'4'14'0,"2"17"0,5 22 0,-1 15 0,3 10 0,0 5 0,2 6 0,2 2 0,-1-1 0,-3-12 0,-5-10 0,2-7 0,-1-5 0,-2-8 0,-3-8 0,-1-5 0,-6-14 0,-3-10-8191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2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1 150 24575,'13'-5'0,"19"-5"0,16-6 0,19-9 0,7-5 0,-5 3 0,-10 5 0,-14 8-8191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2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24575,'5'0'0,"6"5"0,0 5 0,0 7 0,-3 3 0,-3 9 0,3 3 0,-1 10 0,-1 7 0,-2 3 0,-1 3 0,-1-4 0,3-6 0,-4-19 0,-1-15-8191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3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4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24575,'1'0'0,"1"1"0,0-1 0,-1 0 0,1 1 0,-1-1 0,1 1 0,-1 0 0,1 0 0,-1-1 0,1 1 0,-1 0 0,0 0 0,1 0 0,-1 0 0,0 1 0,0-1 0,0 0 0,0 0 0,0 1 0,0-1 0,0 1 0,0 1 0,15 35 0,-15-36 0,8 29 0,-2 1 0,-1 0 0,4 55 0,-6 102 0,-5-140 0,-2 342-1365,3-381-5461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5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24575,'4'1'0,"6"-1"0,7-1 0,-1 6 0,2 6 0,-2 5 0,-4 4 0,-4 4 0,-4 2 0,-1 2 0,-3-1 0,0 1 0,-1-1 0,1 0 0,-1 0 0,0-4-8191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5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6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24575,'48'-2'0,"-34"1"0,1 0 0,-1 1 0,0 0 0,1 1 0,-1 1 0,1 0 0,22 7 0,-34-7 0,0-1 0,1 1 0,-1-1 0,0 1 0,0 0 0,0 1 0,0-1 0,-1 0 0,1 1 0,-1-1 0,1 1 0,-1 0 0,0 0 0,0 0 0,0 0 0,2 5 0,-2-3 0,-1 0 0,1 0 0,-1 1 0,0-1 0,-1 0 0,1 1 0,-1-1 0,0 0 0,-1 1 0,0 5 0,-2 4 0,0-1 0,-2 1 0,1-1 0,-2 0 0,0 0 0,-15 25 0,2-13 0,0-1 0,-2-1 0,0-1 0,-46 38 0,34-32 0,33-29 0,0 1 0,-1-1 0,1 0 0,-1 0 0,1 1 0,0-1 0,-1 0 0,1 1 0,0-1 0,0 0 0,-1 1 0,1-1 0,0 1 0,0-1 0,-1 0 0,1 1 0,0-1 0,0 1 0,0-1 0,0 1 0,0-1 0,0 1 0,0-1 0,0 0 0,0 1 0,0-1 0,0 1 0,0-1 0,0 2 0,13 4 0,25-3 0,-35-3 0,32 0 0,-18-1 0,0 1 0,30 5 0,-41-4 0,0 0 0,-1 1 0,1 0 0,0 0 0,-1 1 0,1-1 0,-1 1 0,1 0 0,-1 1 0,0-1 0,6 7 0,3 2-195,-1-2 0,2 1 0,-1-2 0,1 0 0,1-1 0,18 7 0,-12-6-6631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48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0 315 24575,'70'-1'0,"0"-2"0,0-4 0,-1-3 0,0-3 0,108-34 0,-161 41 0,7-2 0,0-1 0,22-12 0,-40 19 0,0-1 0,0 0 0,-1 0 0,1 0 0,-1 0 0,0-1 0,0 0 0,0 0 0,-1 0 0,1 0 0,-1 0 0,0-1 0,0 0 0,-1 0 0,3-5 0,-4 8 0,0-1 0,0 1 0,-1-1 0,1 0 0,-1 1 0,1-1 0,-1 0 0,0 1 0,0-1 0,-1 0 0,1 0 0,0 1 0,-1-1 0,0 1 0,1-1 0,-1 0 0,0 1 0,0-1 0,-2-2 0,0 2 0,1 0 0,-1 0 0,0 0 0,0 0 0,0 1 0,0 0 0,0-1 0,-1 1 0,1 0 0,0 1 0,-8-4 0,-4 1 0,1 0 0,0 1 0,-1 1 0,0 0 0,-28 0 0,36 2 0,0 1 0,1-1 0,-1 2 0,0-1 0,0 0 0,1 1 0,-1 1 0,1-1 0,0 1 0,0 0 0,0 0 0,0 1 0,0-1 0,1 2 0,-1-1 0,1 0 0,-9 10 0,-116 122 0,112-115 0,1 1 0,1 1 0,1 1 0,-21 43 0,31-55 0,1 0 0,0 1 0,1 0 0,0-1 0,1 1 0,1 0 0,-1 15 0,2-22 0,1-1 0,-1 1 0,1-1 0,0 0 0,0 1 0,1-1 0,-1 0 0,5 9 0,-4-11 0,0 0 0,-1-1 0,1 1 0,0-1 0,0 1 0,1-1 0,-1 0 0,0 0 0,1 0 0,0 0 0,-1 0 0,1-1 0,0 1 0,0-1 0,6 3 0,2-2 0,1 1 0,0-2 0,0 0 0,-1 0 0,1-1 0,0 0 0,0-1 0,0 0 0,0-1 0,-1 0 0,1-1 0,-1-1 0,15-5 0,2-3 0,0-1 0,-1-2 0,-1 0 0,25-19 0,-19 10 0,38-36 0,-57 47 0,-1-1 0,0 0 0,0 0 0,-2-2 0,10-16 0,-12 17 0,18-30 0,-25 42 0,1 0 0,0 1 0,1-1 0,-1 1 0,0 0 0,1-1 0,-1 1 0,1 0 0,0 0 0,0 1 0,-1-1 0,5-1 0,-5 3 0,0-1 0,0 1 0,-1 0 0,1 0 0,0 0 0,0 0 0,0 1 0,0-1 0,0 0 0,0 1 0,0-1 0,-1 1 0,1 0 0,0 0 0,0 0 0,-1-1 0,1 2 0,-1-1 0,1 0 0,-1 0 0,1 0 0,-1 1 0,0-1 0,1 1 0,-1-1 0,0 1 0,1 1 0,5 8 0,0-1 0,10 22 0,-14-24 0,13 28 0,-3 0 0,15 59 0,-16-53 0,-11-41 0,0-4 0,0-15 0,0-26 0,-1 24 0,0 1 0,2-1 0,0 1 0,1 0 0,1 0 0,0 0 0,2 0 0,0 0 0,1 1 0,1 0 0,0 1 0,2 0 0,0 0 0,1 1 0,0 0 0,2 1 0,-1 1 0,2-1 0,28-21 0,-29 26-455,0 0 0,24-11 0,-12 9-6371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50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24575,'-2'31'0,"-8"35"0,-2 32 0,8 198 113,5-175-1591,-1-99-5348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51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 24575,'4'0'0,"-1"-1"0,1 1 0,0 0 0,-1 1 0,1-1 0,0 1 0,-1-1 0,1 1 0,-1 0 0,1 0 0,-1 1 0,1-1 0,-1 1 0,0 0 0,1-1 0,-1 2 0,0-1 0,0 0 0,-1 0 0,1 1 0,0 0 0,-1-1 0,0 1 0,1 0 0,-1 0 0,0 1 0,-1-1 0,1 0 0,0 1 0,-1-1 0,1 4 0,3 8 0,-2-1 0,1 0 0,-2 1 0,2 28 0,-6 62 0,0-56 0,2-83 0,5-32 0,0 42 0,1 0 0,2 1 0,0 0 0,1 0 0,2 1 0,0 0 0,1 1 0,1 0 0,1 1 0,30-33 0,-40 48 0,1 1 0,0-1 0,0 1 0,0 0 0,1 0 0,-1 0 0,1 1 0,0 0 0,0 0 0,0 0 0,0 1 0,7-2 0,-3 2 0,0 0 0,1 1 0,-1 0 0,0 1 0,0 0 0,0 0 0,12 3 0,-19-3 0,0 1 0,1 0 0,-1 0 0,0 0 0,0 0 0,0 0 0,0 1 0,0-1 0,0 1 0,0 0 0,0 0 0,-1 0 0,1 0 0,-1 1 0,5 4 0,-3-2 0,-1 0 0,0 1 0,0-1 0,-1 1 0,1-1 0,-1 1 0,0 0 0,1 7 0,1 9 0,-2 1 0,0-1 0,-3 38 0,1-57 0,-3 130-1365,3-110-5461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53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1 287 24575,'2'0'0,"1"0"0,-1 0 0,1 0 0,-1 1 0,0-1 0,1 1 0,-1 0 0,0 0 0,1 0 0,-1 0 0,0 0 0,0 0 0,0 1 0,0-1 0,0 1 0,0-1 0,0 1 0,0 0 0,-1-1 0,1 1 0,-1 0 0,1 0 0,1 5 0,2 3 0,-1 0 0,0 0 0,-1 1 0,3 12 0,-4-13 0,9 40 0,-2 0 0,2 80 0,-9 105 0,-3-166 0,-2-52 0,3-16 0,0-1 0,0 0 0,0 0 0,-1 0 0,1 1 0,0-1 0,0 0 0,0 0 0,0 0 0,0 0 0,0 1 0,-1-1 0,1 0 0,0 0 0,0 0 0,0 0 0,0 0 0,-1 1 0,1-1 0,0 0 0,0 0 0,0 0 0,0 0 0,-1 0 0,1 0 0,0 0 0,0 0 0,0 0 0,-1 0 0,1 0 0,0 0 0,0 0 0,-1 0 0,1 0 0,0 0 0,0 0 0,-2-1 0,1 0 0,0 0 0,0 0 0,0-1 0,0 1 0,1 0 0,-1 0 0,0-1 0,0 1 0,1-1 0,-1 1 0,1-1 0,-1 1 0,1-1 0,0 1 0,-1-3 0,0-9 0,0-1 0,0 1 0,1 0 0,1 0 0,2-16 0,16-66 0,-13 72 0,43-215 0,-37 161 0,3-88 0,-15 153 0,1 1 0,0 0 0,1-1 0,1 1 0,-1 0 0,2 0 0,8-19 0,-9 23 0,1 0 0,0 1 0,0 0 0,1 0 0,0 0 0,0 0 0,0 1 0,1 0 0,0 0 0,0 0 0,0 1 0,12-7 0,-12 8 0,9-5 0,1 0 0,30-9 0,-42 15 0,2 1 0,-1 0 0,0 0 0,0 1 0,0-1 0,0 1 0,0 0 0,1 1 0,-1-1 0,0 1 0,0 0 0,0 0 0,9 4 0,-1 1 0,0 1 0,-1 0 0,1 0 0,-2 1 0,1 1 0,-1 0 0,0 1 0,-1 0 0,0 0 0,13 20 0,-19-23 0,-1 0 0,0 0 0,0 0 0,-1 0 0,1 1 0,-2-1 0,1 1 0,-1-1 0,0 1 0,-1 0 0,0-1 0,0 10 0,-1-10 0,1-1 0,-1 0 0,0 1 0,-1-1 0,1 0 0,-1 0 0,0 0 0,-1 0 0,1 0 0,-1 0 0,-1-1 0,1 1 0,-1-1 0,0 0 0,-4 5 0,-4 0 0,-1 0 0,-1 0 0,1-1 0,-1-1 0,-1-1 0,1 0 0,-1 0 0,-1-2 0,1 0 0,-1 0 0,0-2 0,0 0 0,0 0 0,0-2 0,-18 0 0,4 0 0,-56-3 0,76 1 0,0 0 0,0-1 0,0 0 0,0-1 0,0 0 0,-11-6 0,0-1-1365,2 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54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24575,'-1'99'0,"-4"1"0,-4-1 0,-26 113 0,26-182 0,7-24 0,0-1 0,0 1 0,0 0 0,1 0 0,0 0 0,0 0 0,1 1 0,-1-1 0,2 8 0,-1-13 0,1 1 0,-1-1 0,1 1 0,0-1 0,0 1 0,0-1 0,-1 0 0,1 1 0,0-1 0,1 0 0,-1 0 0,0 0 0,0 0 0,0 0 0,1 0 0,-1 0 0,0 0 0,1-1 0,-1 1 0,1 0 0,-1-1 0,1 1 0,-1-1 0,1 0 0,-1 1 0,1-1 0,-1 0 0,1 0 0,2 0 0,6 0 0,-1-1 0,1 1 0,14-4 0,-15 2 0,0 1 0,0-1 0,0-1 0,0 0 0,0 0 0,-1-1 0,1 0 0,-1 0 0,0-1 0,0 0 0,-1 0 0,1-1 0,-1 0 0,0 0 0,7-10 0,46-55 0,-35 43 0,-2-1 0,32-51 0,-39 49 0,14-38 0,9-19 0,-39 87 0,0 1 0,0 0 0,0 0 0,0 0 0,0-1 0,0 1 0,0 0 0,0 0 0,0 0 0,0-1 0,0 1 0,0 0 0,0 0 0,0 0 0,1-1 0,-1 1 0,0 0 0,0 0 0,0 0 0,0 0 0,0 0 0,1-1 0,-1 1 0,0 0 0,0 0 0,0 0 0,1 0 0,-1 0 0,0 0 0,0 0 0,0 0 0,1 0 0,-1 0 0,0 0 0,0 0 0,0 0 0,1 0 0,-1 0 0,0 0 0,0 0 0,1 0 0,-1 0 0,0 0 0,0 0 0,0 0 0,1 0 0,-1 0 0,0 0 0,0 0 0,0 0 0,1 1 0,4 13 0,-1 22 0,-5 65 0,-1-61 0,2 0 0,7 52 0,-6-85 0,0-1 0,0 1 0,1-1 0,0 0 0,0 1 0,1-1 0,0 0 0,0 0 0,0-1 0,6 8 0,-6-10 0,0 0 0,0 0 0,0 0 0,0 0 0,1-1 0,0 1 0,-1-1 0,1 0 0,0 0 0,0-1 0,0 1 0,0-1 0,0 0 0,0 0 0,1 0 0,6 0 0,-4 0 0,0-1 0,0 1 0,-1-2 0,1 1 0,0-1 0,0 0 0,-1 0 0,10-3 0,-13 2 0,1 1 0,-1-1 0,0 0 0,0 0 0,0 0 0,0-1 0,0 1 0,0-1 0,-1 1 0,1-1 0,-1 0 0,0 0 0,1 0 0,-1 0 0,-1-1 0,4-5 0,13-37-1365,-9 29-5461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55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24575,'-3'75'0,"-21"117"0,12-116 0,-3 112 0,15-164 0,-1 1 0,-1-1 0,-10 46 0,9-58 0,1-1 0,0 0 0,0 1 0,1-1 0,1 23 0,0-32 0,0 1 0,1-1 0,-1 0 0,1 1 0,-1-1 0,1 1 0,0-1 0,0 0 0,0 0 0,0 1 0,0-1 0,1 0 0,-1 0 0,0 0 0,1 0 0,0 0 0,-1-1 0,1 1 0,0 0 0,0-1 0,0 1 0,0-1 0,0 0 0,1 0 0,-1 0 0,0 0 0,1 0 0,-1 0 0,0 0 0,1-1 0,-1 1 0,1-1 0,3 0 0,4 1 0,0-1 0,0-1 0,-1 0 0,1 0 0,0-1 0,-1 0 0,19-7 0,-1-3 0,33-19 0,22-9 0,-71 35-105,0 0 0,-1 0 0,1-1 0,-1-1 0,0 0 0,-1 0 0,0-1 0,0 0 0,0-1 0,-1 0 0,-1 0 0,14-20 0,-10 8-6721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56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1 107 24575,'34'0'0,"-1"-2"0,1-2 0,-1-1 0,0-2 0,50-15 0,-83 21 0,153-44 342,-124 38-769,0 2 0,0 1 1,40-1-1,-46 5-6399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7:5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542 1 24575,'-3'48'0,"-3"0"0,-1 0 0,-25 83 0,20-81 0,-45 153 0,-129 304 0,174-478 0,-125 275 0,72-158 0,55-130 0,10-16 0,0 1 0,-1-1 0,1 0 0,0 0 0,0 0 0,0 0 0,-1 0 0,1 1 0,0-1 0,0 0 0,0 0 0,-1 0 0,1 0 0,0 0 0,0 0 0,-1 0 0,1 0 0,0 0 0,0 0 0,-1 0 0,1 0 0,0 0 0,0 0 0,-1 0 0,1 0 0,0 0 0,0 0 0,-1 0 0,1 0 0,0 0 0,0-1 0,0 1 0,-1 0 0,1 0 0,-1-2 0,0 0 0,0 0 0,0 0 0,1 0 0,-1 0 0,0 0 0,1 0 0,0 0 0,-1 0 0,1 0 0,0 0 0,0-1 0,0 1 0,1-3 0,1-13 0,1 0 0,0 0 0,1 0 0,8-20 0,32-70 0,-34 86 0,122-249 0,38-93 0,-136 272 0,42-180 0,-67 243 0,-3 23 0,-5 6 0,-1 0 0,1 1 0,-1-1 0,1 1 0,-1-1 0,1 1 0,-1 0 0,1-1 0,-1 1 0,0 0 0,1-1 0,-1 1 0,0 0 0,1-1 0,-1 1 0,0 0 0,0-1 0,0 2 0,37 166 0,-8-26 0,-23-118 0,2 0 0,0-1 0,21 38 0,-23-49 0,2 0 0,12 16 0,-17-25 0,0 1 0,0-1 0,0 0 0,1 0 0,-1 0 0,1 0 0,0-1 0,0 0 0,-1 1 0,1-1 0,6 1 0,1-2-1365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0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0 24575,'-2'1'0,"0"1"0,0-1 0,-1 1 0,1 0 0,0-1 0,0 1 0,0 0 0,1 0 0,-1 1 0,0-1 0,1 0 0,-1 0 0,1 1 0,-1 2 0,-2 1 0,-35 63 0,4 2 0,-37 103 0,-39 78 0,107-246 0,0 1 0,0-1 0,-1 0 0,1 0 0,-2 0 0,1-1 0,-1 1 0,-6 3 0,11-8 0,-1 0 0,1 0 0,0 0 0,-1 0 0,1-1 0,-1 1 0,1 0 0,-1-1 0,1 0 0,-1 1 0,0-1 0,1 0 0,-1 0 0,1 0 0,-1 0 0,0 0 0,-2 0 0,2-1 0,1 0 0,-1 0 0,1 0 0,-1 0 0,1 0 0,-1 0 0,1 0 0,0 0 0,0-1 0,0 1 0,-1 0 0,1-1 0,1 1 0,-1-1 0,0 1 0,0-1 0,0 0 0,1 1 0,-1-1 0,0-2 0,-4-18-1365,2-1-5461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 24575,'-4'150'0,"-43"276"0,26-304 0,-5 25 0,-10 201 0,36-347 1,0 6 55,0 0 1,-1 0 0,1-1 0,-2 1 0,-2 13-1,3-19-96,1 0-1,-1 0 1,1 0-1,-1 0 0,0 0 1,1 0-1,-1 0 0,0 0 1,0 0-1,0 0 1,0-1-1,0 1 0,0 0 1,0-1-1,0 1 0,0 0 1,0-1-1,0 1 0,0-1 1,0 0-1,0 1 1,0-1-1,-1 0 0,1 0 1,0 1-1,0-1 0,0 0 1,-1 0-1,1 0 1,0-1-1,0 1 0,0 0 1,0 0-1,-1-1 0,1 1 1,0 0-1,0-1 0,0 1 1,0-1-1,0 0 1,-1 0-1,-17-9-6785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2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425 31 24575,'0'-1'0,"-1"0"0,1 0 0,0 0 0,0 0 0,-1 0 0,1 0 0,-1 1 0,1-1 0,-1 0 0,1 0 0,-1 0 0,0 1 0,1-1 0,-1 0 0,0 1 0,0-1 0,1 1 0,-1-1 0,0 1 0,0-1 0,0 1 0,0 0 0,1-1 0,-1 1 0,0 0 0,-2-1 0,-28-4 0,28 5 0,-2-1 0,-71-5 0,67 5 0,1 1 0,-1 1 0,0 0 0,0 0 0,1 0 0,-13 5 0,14-2 0,0 0 0,0 0 0,1 1 0,-1 0 0,1 1 0,0-1 0,1 1 0,-6 7 0,-16 15 0,1-7 0,19-16 0,1-1 0,-1 1 0,1 1 0,1-1 0,-1 1 0,1 0 0,0 0 0,0 0 0,1 1 0,0 0 0,-6 11 0,3 2 0,1 0 0,0 0 0,2 0 0,-4 32 0,7-46 0,1-1 0,0 1 0,0-1 0,1 1 0,-1-1 0,1 0 0,0 1 0,1-1 0,-1 0 0,1 0 0,0 0 0,1 0 0,-1 0 0,1 0 0,0-1 0,0 1 0,0-1 0,0 0 0,1 0 0,0 0 0,0 0 0,6 4 0,-2-2 0,0-1 0,1-1 0,-1 1 0,1-1 0,0-1 0,0 0 0,0 0 0,0-1 0,0 0 0,1 0 0,10 0 0,-15-2 0,1 0 0,-1-1 0,1 1 0,-1-1 0,1 0 0,-1-1 0,1 1 0,-1-1 0,0 0 0,0 0 0,0-1 0,0 1 0,0-1 0,-1 0 0,1-1 0,-1 1 0,0-1 0,0 1 0,0-2 0,4-5 0,50-79 0,-10 13 0,-38 60 0,14-29 0,0-1 0,-24 47 0,0-1 0,0 0 0,0 0 0,1 1 0,-1-1 0,0 0 0,0 0 0,0 1 0,0-1 0,0 0 0,0 0 0,0 0 0,0 1 0,0-1 0,1 0 0,-1 0 0,0 0 0,0 1 0,0-1 0,0 0 0,1 0 0,-1 0 0,0 0 0,0 0 0,0 1 0,1-1 0,-1 0 0,0 0 0,0 0 0,1 0 0,-1 0 0,0 0 0,0 0 0,1 0 0,-1 0 0,0 0 0,0 0 0,1 0 0,-1 0 0,0 0 0,0 0 0,0 0 0,1 0 0,-1 0 0,0 0 0,0 0 0,1 0 0,-1-1 0,0 1 0,0 0 0,0 0 0,1 0 0,-1 0 0,0-1 0,0 1 0,0 0 0,0 0 0,1 0 0,-1 0 0,0-1 0,0 1 0,0 0 0,0-1 0,3 24 0,-3-22 0,-1 33 0,-1 0 0,-11 53 0,8-56 0,0 1 0,2 0 0,2 47 0,7-46 0,-6-32 0,1 1 0,0 0 0,-1-1 0,1 1 0,0-1 0,0 1 0,0-1 0,0 1 0,0-1 0,0 0 0,1 1 0,-1-1 0,0 0 0,1 0 0,-1 0 0,3 1 0,-4-2-38,1 0 0,-1 1 0,1-1 1,0 0-1,-1 0 0,1 0 0,0 0 0,-1 0 0,1 0 0,-1-1 0,1 1 0,0 0 0,-1 0 0,1 0 0,-1-1 0,1 1 1,0 0-1,-1 0 0,1-1 0,-1 1 0,1-1 0,-1 1 0,1 0 0,-1-1 0,1 1 0,-1-1 0,0 1 0,1-1 0,-1 1 1,0-1-1,1 1 0,-1-1 0,0 0 0,0 1 0,1-1 0,5-13-6788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3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24575,'5'0'0,"5"0"0,6 0 0,5 8 0,-1 13 0,-4 16 0,-5 15 0,-4 8 0,-4 11 0,-6-1 0,-3-9 0,-1-9 0,2-10 0,-4-12 0,-4-15 0,0-15 0,2-7-8191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4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24575,'0'-4'0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5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24575,'1'0'0,"-1"1"0,0 0 0,0-1 0,0 1 0,0 0 0,1-1 0,-1 1 0,0 0 0,1-1 0,-1 1 0,0-1 0,1 1 0,-1 0 0,1-1 0,-1 1 0,1-1 0,-1 1 0,1-1 0,-1 1 0,1-1 0,0 0 0,-1 1 0,1-1 0,-1 0 0,1 1 0,0-1 0,0 0 0,22 5 0,-21-5 0,21 2 0,-1-1 0,0-1 0,1-1 0,-1-1 0,25-5 0,106-31 0,-83 16 0,83-39 0,-152 60 0,1 0 0,-1 0 0,0 1 0,1-1 0,-1 1 0,0-1 0,1 1 0,-1-1 0,1 1 0,-1 0 0,0 0 0,1-1 0,-1 1 0,1 0 0,-1 0 0,1 1 0,-1-1 0,1 0 0,-1 0 0,1 1 0,-1-1 0,0 1 0,1-1 0,1 2 0,-2 0 0,0-1 0,0 1 0,-1-1 0,1 1 0,0 0 0,-1 0 0,0-1 0,1 1 0,-1 0 0,0 0 0,0 0 0,0-1 0,0 1 0,0 0 0,0 0 0,0 0 0,-1-1 0,1 1 0,-2 3 0,-4 17 0,-1-1 0,-1 0 0,-1 0 0,-1-1 0,-24 38 0,-76 88 0,106-141 0,-14 17 0,1 0 0,1 2 0,1 0 0,-18 39 0,30-57 0,1 1 0,-1-1 0,0 0 0,-1 0 0,0 0 0,0-1 0,0 1 0,0-1 0,-1 0 0,0 0 0,0-1 0,0 1 0,-11 6 0,-36 30 0,39-30 0,1 0 0,-19 11 0,20-18 0,20-14 0,21-15 0,-21 17 0,1 1 0,0 0 0,1 1 0,-1 0 0,1 1 0,1 0 0,13-4 0,-21 8 0,0-1 0,0 1 0,0 1 0,0-1 0,1 1 0,-1-1 0,0 1 0,0 0 0,0 1 0,1-1 0,-1 1 0,0 0 0,0 0 0,0 0 0,0 1 0,0-1 0,0 1 0,0 0 0,0 0 0,-1 0 0,1 1 0,-1-1 0,6 6 0,5 6 0,-1 1 0,1-1 0,21 15 0,-29-24 0,0-1 0,0-1 0,1 1 0,-1-1 0,1 0 0,0-1 0,0 1 0,0-1 0,13 1 0,20 1 232,-27-4-552,0 1 1,-1 1 0,1 0-1,22 7 1,-10 2-6507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6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0 404 24575,'24'7'0,"0"-2"0,0 0 0,0-2 0,0-1 0,1 0 0,31-3 0,-14-3 0,-1-1 0,73-19 0,-108 22 0,1 0 0,-1 0 0,1 0 0,-1 0 0,0-1 0,0 0 0,0-1 0,0 1 0,-1-1 0,1 0 0,-1-1 0,0 1 0,0-1 0,-1 0 0,1 0 0,-1-1 0,0 1 0,0-1 0,-1 0 0,0 0 0,0 0 0,0 0 0,-1-1 0,3-11 0,4-13 0,-3 10 0,0-1 0,-1 1 0,-1-1 0,-2 0 0,1-27 0,-3 46 0,0 0 0,0-1 0,-1 1 0,0 0 0,0 0 0,0 0 0,0 0 0,0 0 0,0 0 0,-1 0 0,0 0 0,1 0 0,-1 0 0,0 1 0,-1-1 0,1 1 0,-3-3 0,1 2 0,-1 0 0,1 0 0,-1 0 0,1 1 0,-1-1 0,0 1 0,0 1 0,0-1 0,-11-1 0,7 1 0,0 1 0,0 0 0,-1 1 0,1 0 0,0 1 0,-1-1 0,1 2 0,0 0 0,0 0 0,0 0 0,-17 8 0,13-3 0,0 1 0,1 1 0,0-1 0,0 2 0,1 0 0,1 0 0,-1 1 0,2 0 0,0 1 0,0 0 0,-10 20 0,-2 9 0,3 1 0,-19 60 0,-18 43 0,48-130 0,-23 55 0,27-63 0,1 0 0,0 0 0,1 0 0,-1 0 0,1 0 0,1 1 0,0 13 0,0-19 0,1 0 0,-1 1 0,1-1 0,0 0 0,-1 0 0,1 0 0,0 0 0,0-1 0,1 1 0,-1 0 0,0 0 0,1-1 0,-1 1 0,1 0 0,-1-1 0,1 0 0,0 1 0,-1-1 0,1 0 0,0 0 0,0 0 0,0 0 0,0 0 0,0 0 0,0-1 0,0 1 0,0-1 0,4 1 0,3 1 0,0-2 0,-1 1 0,1-1 0,0 0 0,0-1 0,9-2 0,23-6 0,0-2 0,75-33 0,23-7 0,-87 38 342,-48 13-498,0-1 1,0 1 0,0-1 0,-1 1 0,1 0 0,0 1 0,0-1-1,0 1 1,0 0 0,7 2 0,-2 3-6671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8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1 799 24575,'1'0'0,"-1"0"0,1 0 0,0 1 0,0-1 0,-1 0 0,1 0 0,0 1 0,0-1 0,-1 0 0,1 1 0,0-1 0,-1 1 0,1-1 0,-1 1 0,1-1 0,0 1 0,-1 0 0,1-1 0,-1 1 0,0-1 0,1 1 0,-1 0 0,1 0 0,-1-1 0,0 1 0,0 0 0,1 0 0,-1 0 0,4 27 0,-3-23 0,7 367 0,-9-248 0,0 239 0,1-455 0,3-219 0,3 216 0,22-123 0,20-55 0,69-304 0,-115 568 0,1-1 0,1 1 0,-1-1 0,1 1 0,1 0 0,0 0 0,11-14 0,-12 18 0,0 1 0,0 0 0,1 0 0,-1 0 0,1 1 0,0 0 0,0 0 0,0 0 0,1 0 0,-1 1 0,1 0 0,-1 0 0,1 0 0,7-1 0,-5 1 0,0 1 0,-1 0 0,1 1 0,0-1 0,0 2 0,0-1 0,-1 1 0,16 3 0,-19-2 0,0-1 0,1 1 0,-1 0 0,-1 0 0,1 1 0,0-1 0,0 1 0,-1 0 0,1 0 0,-1 0 0,0 0 0,0 0 0,0 1 0,-1 0 0,1-1 0,3 9 0,0 1 0,-1 0 0,0 1 0,-1 0 0,0 0 0,-1 0 0,0 0 0,-1 15 0,-1 104 0,-2-87 0,1-31 0,0 29 0,-2 0 0,-1 0 0,-15 64 0,12-85 69,0 0-1,-2 0 0,-1-1 0,-22 40 1,27-56-151,0 0 1,0 0 0,0 0 0,-1 0-1,0-1 1,0 0 0,-1 0-1,1 0 1,-1-1 0,0 1 0,0-1-1,-1-1 1,1 1 0,-1-1 0,0-1-1,0 1 1,1-1 0,-2 0 0,1 0-1,-9 0 1,-7-1-6745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09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24575,'3'4'0,"-1"-1"0,0 1 0,-1 0 0,1 0 0,-1 0 0,1 0 0,-1 1 0,-1-1 0,1 0 0,0 0 0,-1 1 0,0 6 0,1 3 0,12 527 0,-15-369 0,1-78 0,2-185 0,17-134 0,-13 189 0,3-1 0,0 1 0,3 0 0,1 1 0,1 1 0,30-56 0,-34 77 0,0 0 0,1 0 0,0 1 0,1 0 0,0 0 0,1 2 0,0-1 0,1 2 0,0-1 0,0 2 0,26-13 0,-25 13-234,-1-1-1,0 0 1,0-1-1,12-14 1,-23 23 41,14-14-6633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0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 0 24575,'-5'1'0,"0"1"0,0-1 0,1 1 0,-1 0 0,0 0 0,1 1 0,0 0 0,-1-1 0,1 1 0,0 1 0,-5 4 0,-9 7 0,0-3 0,1 2 0,0 0 0,1 1 0,0 1 0,2 0 0,-1 1 0,2 0 0,1 1 0,0 1 0,1 0 0,1 1 0,-10 26 0,8-15 0,1-2 0,-13 45 0,22-66 0,0 1 0,1-1 0,0 1 0,0-1 0,1 1 0,0-1 0,1 1 0,0 0 0,0-1 0,3 11 0,-3-16 0,0 0 0,0 0 0,1 0 0,-1 0 0,1 0 0,-1-1 0,1 1 0,0 0 0,0-1 0,0 0 0,0 1 0,1-1 0,-1 0 0,0 0 0,1 0 0,0-1 0,2 3 0,0-3 0,-1 1 0,1 0 0,-1-1 0,1 0 0,0 0 0,-1-1 0,1 1 0,0-1 0,-1 0 0,8-1 0,0-1 0,1 0 0,-1-1 0,0 0 0,0-1 0,0-1 0,-1 0 0,20-11 0,-16 6 0,-1-1 0,0 0 0,-1-1 0,0 0 0,21-27 0,47-79 0,-59 83 0,-17 26 0,0 0 0,0 0 0,-1 0 0,-1-1 0,0 1 0,0-1 0,-1 0 0,0 0 0,1-10 0,-2-2 0,-1 0 0,0 0 0,-4-23 0,3 42-45,1 1-1,-1-1 1,1 1-1,-1-1 1,0 1-1,0-1 1,0 1-1,0-1 1,0 1-1,0 0 1,-1-1-1,1 1 1,-1 0-1,0 0 1,0 0-1,1 1 1,-1-1-1,0 0 1,-1 1-1,1-1 1,0 1-1,0-1 1,-1 1-1,1 0 0,-1 0 1,1 0-1,-1 1 1,1-1-1,-4 0 1,-14-2-6781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1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375 376 24575,'-23'0'0,"-1"2"0,1 0 0,0 1 0,0 2 0,0 0 0,-29 12 0,42-14 0,0 2 0,-1-1 0,2 1 0,-1 1 0,1 0 0,0 0 0,0 1 0,0 0 0,1 1 0,0 0 0,1 0 0,0 0 0,0 1 0,0 0 0,2 1 0,-9 16 0,6-5 0,1 1 0,1 0 0,2 1 0,0-1 0,1 1 0,1 0 0,1 0 0,1 0 0,4 30 0,-3-47 0,0 0 0,1 0 0,0 0 0,0 0 0,0 0 0,1 0 0,-1-1 0,1 1 0,1-1 0,-1 0 0,1 0 0,0 0 0,0-1 0,0 1 0,1-1 0,-1 0 0,1 0 0,0 0 0,0-1 0,1 0 0,-1 0 0,1 0 0,-1-1 0,7 3 0,-2-2 0,1 0 0,-1 0 0,0-1 0,1-1 0,-1 1 0,1-2 0,-1 1 0,1-1 0,0-1 0,-1 0 0,1-1 0,-1 0 0,15-4 0,-11 1 0,-1 0 0,1-1 0,-1 0 0,-1-1 0,1 0 0,-1-1 0,0 0 0,-1-1 0,0-1 0,-1 0 0,0 0 0,0-1 0,-1 0 0,0 0 0,-1-1 0,13-25 0,-2-4 0,-2-2 0,-2 0 0,-2 0 0,-2-2 0,7-55 0,-10 50 0,1-14 0,3-93 0,-14 92 0,2-31 0,-11 157 0,-24 76 0,-30 60 0,27-85 0,32-96 0,-122 420 0,124-414 0,1 1 0,1 44 0,0-16 0,2-49-54,0 0-1,0 0 0,-1 1 1,1-1-1,0 0 1,-1-1-1,0 1 0,1 0 1,-1 0-1,0 0 1,0 0-1,0 0 0,0-1 1,0 1-1,-1 0 0,1-1 1,0 1-1,-1-1 1,1 0-1,-1 1 0,0-1 1,1 0-1,-1 0 1,-3 2-1,-11 3-6771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3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21 24575,'-2'25'0,"-1"-1"0,-1 1 0,-1-1 0,-13 38 0,4-15 0,7-26 0,-12 26 0,3-10 0,16-37 0,0 1 0,-1-1 0,1 0 0,0 1 0,0-1 0,-1 1 0,1-1 0,0 0 0,0 1 0,0-1 0,0 1 0,-1-1 0,1 1 0,0-1 0,0 1 0,0-1 0,0 1 0,0-1 0,0 0 0,0 1 0,0-1 0,0 1 0,0-1 0,1 1 0,-1-1 0,0 1 0,0-1 0,0 1 0,0-1 0,1 0 0,-1 1 0,0-1 0,0 0 0,1 1 0,-1-1 0,0 1 0,1-1 0,-1 0 0,0 0 0,1 1 0,-1-1 0,1 0 0,-1 0 0,0 1 0,1-1 0,-1 0 0,1 0 0,-1 0 0,1 0 0,-1 0 0,1 1 0,-1-1 0,1 0 0,-1 0 0,1 0 0,-1 0 0,0-1 0,1 1 0,-1 0 0,1 0 0,-1 0 0,1 0 0,-1 0 0,1-1 0,0 1 0,3-1 0,0-1 0,0 1 0,0-1 0,0 0 0,0 0 0,4-3 0,51-37 0,30-25 0,-72 50 0,-1 0 0,24-34 0,1 0 0,20-34 0,-61 84 0,0 1 0,0 0 0,1 0 0,-1 0 0,0-1 0,0 1 0,0 0 0,0 0 0,0 0 0,0-1 0,1 1 0,-1 0 0,0 0 0,0 0 0,0 0 0,0-1 0,1 1 0,-1 0 0,0 0 0,0 0 0,0 0 0,1 0 0,-1 0 0,0 0 0,0 0 0,0 0 0,1 0 0,-1-1 0,0 1 0,0 0 0,1 0 0,-1 0 0,0 0 0,0 1 0,0-1 0,1 0 0,-1 0 0,0 0 0,0 0 0,1 0 0,-1 0 0,0 0 0,0 0 0,0 0 0,1 1 0,2 12 0,-6 19 0,-18 58 258,12-58-664,1 2 0,2-1 1,-3 45-1,9-55-6420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4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269 13 24575,'1'-1'0,"0"1"0,-1 0 0,1 0 0,-1 0 0,1 0 0,-1 0 0,1 0 0,-1-1 0,1 1 0,-1 0 0,1 0 0,-1-1 0,1 1 0,-1 0 0,0-1 0,1 1 0,-1 0 0,1-1 0,-1 1 0,0-1 0,1 0 0,-1 1 0,0 0 0,0 0 0,0-1 0,0 1 0,0 0 0,0 0 0,0 0 0,0-1 0,0 1 0,0 0 0,0 0 0,0 0 0,0 0 0,0-1 0,0 1 0,0 0 0,0 0 0,-1 0 0,1-1 0,0 1 0,0 0 0,0 0 0,0 0 0,0 0 0,0 0 0,-1-1 0,1 1 0,0 0 0,0 0 0,0 0 0,0 0 0,-1 0 0,1 0 0,0 0 0,0 0 0,0 0 0,-1 0 0,1 0 0,0 0 0,0 0 0,0 0 0,-1 0 0,1 0 0,0 0 0,0 0 0,0 0 0,0 0 0,-1 0 0,1 0 0,0 0 0,0 0 0,0 0 0,-1 0 0,1 0 0,0 0 0,0 0 0,0 1 0,0-1 0,-1 0 0,1 0 0,-10 3 0,-1 0 0,1 0 0,0 1 0,0 0 0,0 1 0,1 0 0,-1 0 0,1 1 0,1 1 0,-1-1 0,1 1 0,0 1 0,0-1 0,1 1 0,0 1 0,-9 14 0,-16 20 0,16-23 0,-17 28 0,29-40 0,0-1 0,1 1 0,-1 0 0,1 0 0,1 0 0,0 1 0,-2 15 0,3-14 0,-1 4 0,1 0 0,1 0 0,0 0 0,3 20 0,-3-31 0,1 0 0,-1-1 0,1 1 0,0 0 0,0 0 0,0-1 0,0 1 0,0-1 0,1 1 0,-1-1 0,1 1 0,0-1 0,-1 0 0,1 0 0,0 1 0,1-2 0,-1 1 0,0 0 0,0 0 0,1-1 0,-1 1 0,1-1 0,-1 0 0,1 1 0,0-1 0,0-1 0,4 2 0,15 1-20,-1-2-1,1 0 1,31-3-1,-19 0-1262,-7 1-5543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5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0 24575,'-1'12'0,"0"-1"0,-1 1 0,0-1 0,-1 0 0,0 0 0,-8 16 0,2-1 0,-135 438 0,115-378 0,-40 84 0,49-123 0,-13 19 0,-5 14 0,37-76-170,-1 0-1,1-1 0,-1 1 1,0 0-1,0-1 0,-1 1 1,-2 3-1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5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24575,'5'0'0,"5"0"0,2 4 0,3 7 0,3 0 0,4-1 0,2-2 0,1-3 0,2-2 0,0-1 0,0-2 0,-5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6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24575,'5'0'0,"1"5"0,0 5 0,-1 7 0,-2 8 0,-1 5 0,-1 6 0,0 6 0,-1 5 0,-1 0 0,-3-5 0,-3-5 0,1-4 0,1-16 0,2-21 0,1-9-8191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6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24575,'5'0'0,"6"0"0,0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3T08:08:18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37 24575,'0'-1'0,"0"0"0,-1 0 0,1 0 0,0 0 0,-1 0 0,1 0 0,-1 0 0,1 0 0,-1 1 0,1-1 0,-1 0 0,0 0 0,1 1 0,-1-1 0,0 0 0,1 1 0,-1-1 0,0 1 0,0-1 0,0 1 0,0-1 0,1 1 0,-1-1 0,0 1 0,0 0 0,-2-1 0,-28-5 0,29 6 0,-18-2 0,1 0 0,-1 1 0,-38 4 0,52-3 0,1 1 0,-1 0 0,1 0 0,-1 1 0,1 0 0,0 0 0,0 0 0,0 0 0,0 1 0,0 0 0,0 0 0,0 0 0,1 1 0,0 0 0,0-1 0,0 2 0,0-1 0,-4 6 0,0 5 0,0 0 0,1 1 0,1-1 0,0 1 0,1 0 0,1 1 0,-4 27 0,5-15 0,1 1 0,1 0 0,6 45 0,-5-69 0,1 1 0,0 0 0,1-1 0,-1 1 0,1-1 0,1 0 0,-1 0 0,6 11 0,-6-14 0,1 0 0,-1-1 0,0 1 0,1-1 0,-1 1 0,1-1 0,0 0 0,0 1 0,0-2 0,0 1 0,0 0 0,1-1 0,-1 1 0,0-1 0,1 0 0,-1 0 0,7 1 0,2 0 0,0-1 0,-1 0 0,1 0 0,0-1 0,0-1 0,0 0 0,-1-1 0,1 0 0,-1-1 0,14-4 0,-17 4 0,0-1 0,0 0 0,-1-1 0,1 1 0,-1-1 0,0-1 0,0 1 0,-1-1 0,0-1 0,0 1 0,0-1 0,-1 0 0,0 0 0,6-10 0,-3-1 0,-1-1 0,0 1 0,-1-1 0,-1 0 0,-1 0 0,2-31 0,-3 26 0,1 0 0,1 0 0,14-38 0,-18 58 0,0 1 0,1 0 0,0-1 0,0 1 0,0 0 0,0 0 0,0 0 0,0 0 0,1 1 0,0-1 0,-1 1 0,1-1 0,0 1 0,0 0 0,0 0 0,0 0 0,1 1 0,-1-1 0,0 1 0,1-1 0,-1 1 0,1 0 0,0 1 0,-1-1 0,1 1 0,0-1 0,-1 1 0,1 0 0,0 0 0,-1 1 0,6 0 0,1 1 0,0 1 0,0 0 0,0 0 0,-1 1 0,1 1 0,-1-1 0,0 1 0,-1 1 0,1-1 0,8 9 0,-9-7 0,0 1 0,-1-1 0,0 1 0,-1 0 0,0 1 0,10 17 0,-8-10 0,-2 0 0,0 1 0,5 23 0,-4 0 0,-1 0 0,-2 0 0,-3 75 0,24-163 0,13-59 0,13-28 0,-41 111 0,2 0 0,0 1 0,24-31 0,-32 48 0,1 1 0,-1-1 0,1 1 0,0 1 0,0-1 0,1 1 0,0 0 0,-1 0 0,1 0 0,1 1 0,-1 0 0,0 0 0,1 1 0,-1 0 0,1 0 0,0 0 0,0 1 0,0 0 0,0 0 0,0 1 0,0 0 0,0 0 0,0 0 0,-1 1 0,1 0 0,0 1 0,0-1 0,0 1 0,-1 1 0,1-1 0,-1 1 0,0 0 0,0 1 0,0-1 0,0 1 0,0 0 0,-1 1 0,0-1 0,0 1 0,7 8 0,-7-6 0,-1 1 0,1-1 0,-1 1 0,0 0 0,-1 0 0,0 0 0,0 1 0,-1-1 0,0 1 0,1 15 0,-1 7 0,-4 54 0,0-37 0,2-42 42,0-4-109,0 0 0,1 1 0,-1-1 0,0 0 0,-1 0 0,1 1 0,0-1 0,-1 0 0,1 0 0,-1 1 0,0-1 0,0 0 0,1 0 0,-1 0 0,-1 0 0,1 0 0,0 0 0,0 0 0,-1-1 0,-2 4 0,-7 0-6759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08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760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349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815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151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990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905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546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295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933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160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0776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793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555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304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528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757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1293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531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013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191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09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51EA-40F1-042D-56ED-B70F350DF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D080D-C19D-00FD-5006-500F3F67A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35D78-F745-AAAD-0074-681EA78C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403F7-462F-654E-79FC-96BE43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41D2-8D9E-E76F-5B81-C6259827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58BE-554B-1DE7-4912-F3D912A8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1F566-0BF5-CC04-0D39-7C9EB8C6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9DF3-5CD2-9D75-59A0-65F6139A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416D-1DEA-2072-1D2D-FF7D7449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81602-A7BB-3E4E-C935-92695F16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42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C2B2-7BE9-163F-9C39-6DC2A52A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278A6-FC17-7BE6-94B8-52A036D5B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5B86-4AAC-551A-CF01-5E8513E9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60C06-F0F2-C266-5E07-99C3931E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E3EE7-7BB5-C98A-1325-016C4325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35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AA62-9F74-233A-69AF-BA8DAD0E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B8F59-CCE7-2B35-943B-AC8597729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8EF73-6533-6741-224E-F235452D2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AA60D-8C8C-7453-7C0F-F7D8D6C6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7E0E9-6B5B-3729-8341-EDC49CB0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30D96-8433-0AB0-14CB-F924102F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4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ABF3-CA58-D7CC-9380-BF1E6EBD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060F0-E99A-7811-9462-FD043E2A6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871D8-8176-BD26-B097-F3C0924C5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4DC5C-4F86-F903-09B7-56ECB6876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1BDB9-FF0B-0DEB-F884-8E663FCB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CA072-65EB-50B4-1098-BB2207C7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36FB4-FC97-32B5-1549-3C995529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308D96-044C-3A09-C7B0-0D989EEC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70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77C2-B650-8362-924A-841093EA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74029-0078-27C3-E021-A0B94770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88188-8963-8A55-3E75-E7A3ECFD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8F92A-0E4F-07B9-1D67-74B895B6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1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67433-4F05-3620-4088-40CAD87D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3C635-81B9-96CE-8FFC-5EEBD339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FF2F8-7B18-22A7-56E4-F3DD2C2B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785F-2F41-2E10-BEC6-312D5F6C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A06C4-BBBB-CA33-7233-F7C0760EC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D1210-3644-9B54-3C9C-10C82DBF2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D7D7D-C0D2-4B01-5497-950A60E3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55376-0067-2160-B479-AD69C66D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03F41-6815-1729-ACC9-635968B3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9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5780-2559-23A5-BC8D-7A740238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F0093-876C-E15D-E31C-5C5503B5C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85DFC-C372-B076-38CE-EE8038F55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A555-4472-D476-9783-9B542BFB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ED8D2-6062-2A0A-D6F5-BAC9FF60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FFC12-0CCA-F6DA-AE1E-EB04FD23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31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57A4-F321-716C-A236-DB05C6E6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D75F0-29A7-50D2-EC51-59CBA89A7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AA2A2-C61F-CAE0-5321-501FC1B4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8952-E622-CF59-8C0C-B5C1A6B7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25F8-AFF4-85A2-D462-FA6DC59E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987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B7B4A-7E49-96A4-E24F-C9CEBCF79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3BD46-D8CB-C85B-3C78-096A76B13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0FC3-97DC-2172-B524-828A32F3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2C7F5-7426-F116-3AEA-8BFF322E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4EA9-751B-3168-4AD8-C208438D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594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B4EEA-942A-3C56-03F4-2F8A71A4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52287-078F-FA69-6BCD-3BE7E1F05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95A1-9541-08A8-7215-FFB50128A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0505D-DF78-3B3B-CA81-A94321BE9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51C6-C019-F1D0-72C3-17134E772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1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.png"/><Relationship Id="rId21" Type="http://schemas.openxmlformats.org/officeDocument/2006/relationships/image" Target="../media/image18.png"/><Relationship Id="rId42" Type="http://schemas.openxmlformats.org/officeDocument/2006/relationships/image" Target="../media/image28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1.png"/><Relationship Id="rId16" Type="http://schemas.openxmlformats.org/officeDocument/2006/relationships/customXml" Target="../ink/ink7.xml"/><Relationship Id="rId11" Type="http://schemas.openxmlformats.org/officeDocument/2006/relationships/image" Target="../media/image13.png"/><Relationship Id="rId24" Type="http://schemas.openxmlformats.org/officeDocument/2006/relationships/customXml" Target="../ink/ink11.xml"/><Relationship Id="rId32" Type="http://schemas.openxmlformats.org/officeDocument/2006/relationships/image" Target="../media/image23.png"/><Relationship Id="rId37" Type="http://schemas.openxmlformats.org/officeDocument/2006/relationships/customXml" Target="../ink/ink18.xml"/><Relationship Id="rId40" Type="http://schemas.openxmlformats.org/officeDocument/2006/relationships/image" Target="../media/image27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6.png"/><Relationship Id="rId66" Type="http://schemas.openxmlformats.org/officeDocument/2006/relationships/image" Target="../media/image40.png"/><Relationship Id="rId74" Type="http://schemas.openxmlformats.org/officeDocument/2006/relationships/image" Target="../media/image44.png"/><Relationship Id="rId5" Type="http://schemas.openxmlformats.org/officeDocument/2006/relationships/image" Target="../media/image10.png"/><Relationship Id="rId61" Type="http://schemas.openxmlformats.org/officeDocument/2006/relationships/customXml" Target="../ink/ink30.xml"/><Relationship Id="rId19" Type="http://schemas.openxmlformats.org/officeDocument/2006/relationships/image" Target="../media/image1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customXml" Target="../ink/ink13.xml"/><Relationship Id="rId30" Type="http://schemas.openxmlformats.org/officeDocument/2006/relationships/image" Target="../media/image22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31.png"/><Relationship Id="rId56" Type="http://schemas.openxmlformats.org/officeDocument/2006/relationships/image" Target="../media/image35.png"/><Relationship Id="rId64" Type="http://schemas.openxmlformats.org/officeDocument/2006/relationships/image" Target="../media/image39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customXml" Target="../ink/ink3.xml"/><Relationship Id="rId51" Type="http://schemas.openxmlformats.org/officeDocument/2006/relationships/customXml" Target="../ink/ink25.xml"/><Relationship Id="rId72" Type="http://schemas.openxmlformats.org/officeDocument/2006/relationships/image" Target="../media/image43.png"/><Relationship Id="rId3" Type="http://schemas.openxmlformats.org/officeDocument/2006/relationships/image" Target="../media/image9.pn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customXml" Target="../ink/ink9.xml"/><Relationship Id="rId41" Type="http://schemas.openxmlformats.org/officeDocument/2006/relationships/customXml" Target="../ink/ink20.xml"/><Relationship Id="rId54" Type="http://schemas.openxmlformats.org/officeDocument/2006/relationships/image" Target="../media/image34.png"/><Relationship Id="rId62" Type="http://schemas.openxmlformats.org/officeDocument/2006/relationships/image" Target="../media/image38.png"/><Relationship Id="rId70" Type="http://schemas.openxmlformats.org/officeDocument/2006/relationships/image" Target="../media/image42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customXml" Target="../ink/ink4.xml"/><Relationship Id="rId31" Type="http://schemas.openxmlformats.org/officeDocument/2006/relationships/customXml" Target="../ink/ink15.xml"/><Relationship Id="rId44" Type="http://schemas.openxmlformats.org/officeDocument/2006/relationships/image" Target="../media/image29.png"/><Relationship Id="rId52" Type="http://schemas.openxmlformats.org/officeDocument/2006/relationships/image" Target="../media/image33.png"/><Relationship Id="rId60" Type="http://schemas.openxmlformats.org/officeDocument/2006/relationships/image" Target="../media/image37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6.png"/><Relationship Id="rId4" Type="http://schemas.openxmlformats.org/officeDocument/2006/relationships/customXml" Target="../ink/ink1.xml"/><Relationship Id="rId9" Type="http://schemas.openxmlformats.org/officeDocument/2006/relationships/image" Target="../media/image12.png"/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39" Type="http://schemas.openxmlformats.org/officeDocument/2006/relationships/customXml" Target="../ink/ink19.xml"/><Relationship Id="rId34" Type="http://schemas.openxmlformats.org/officeDocument/2006/relationships/image" Target="../media/image24.png"/><Relationship Id="rId50" Type="http://schemas.openxmlformats.org/officeDocument/2006/relationships/image" Target="../media/image32.png"/><Relationship Id="rId55" Type="http://schemas.openxmlformats.org/officeDocument/2006/relationships/customXml" Target="../ink/ink27.xml"/><Relationship Id="rId76" Type="http://schemas.openxmlformats.org/officeDocument/2006/relationships/image" Target="../media/image45.png"/><Relationship Id="rId7" Type="http://schemas.openxmlformats.org/officeDocument/2006/relationships/image" Target="../media/image11.png"/><Relationship Id="rId71" Type="http://schemas.openxmlformats.org/officeDocument/2006/relationships/customXml" Target="../ink/ink35.xml"/><Relationship Id="rId2" Type="http://schemas.openxmlformats.org/officeDocument/2006/relationships/notesSlide" Target="../notesSlides/notesSlide11.xml"/><Relationship Id="rId29" Type="http://schemas.openxmlformats.org/officeDocument/2006/relationships/customXml" Target="../ink/ink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xeuBzVNxrU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hyperlink" Target="Using%20Excel%20to%20plot%20functions.xlsx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66" y="163107"/>
            <a:ext cx="11158331" cy="5283536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GRAPHS AND FUNCTIONS</a:t>
            </a:r>
            <a:br>
              <a:rPr lang="en-UG" dirty="0"/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16</a:t>
            </a:r>
            <a:r>
              <a:rPr lang="en-US" sz="2700" b="1" baseline="300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th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 SEPT 2026</a:t>
            </a:r>
            <a:br>
              <a:rPr lang="en-UG" sz="49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endParaRPr lang="en-US" sz="44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4" r="43228"/>
          <a:stretch/>
        </p:blipFill>
        <p:spPr>
          <a:xfrm>
            <a:off x="11264297" y="0"/>
            <a:ext cx="927704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EC4FC-B239-705F-F5B7-7A84794B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886" y="6069419"/>
            <a:ext cx="6851977" cy="625475"/>
          </a:xfrm>
        </p:spPr>
        <p:txBody>
          <a:bodyPr/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Arinda Shaman</a:t>
            </a:r>
          </a:p>
          <a:p>
            <a:endParaRPr 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phing the Basic Functions">
            <a:extLst>
              <a:ext uri="{FF2B5EF4-FFF2-40B4-BE49-F238E27FC236}">
                <a16:creationId xmlns:a16="http://schemas.microsoft.com/office/drawing/2014/main" id="{7182D0BD-75B3-4601-9248-4631276F1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328" y="0"/>
            <a:ext cx="5478474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unctions and Their Graphs | Graphs of ...">
            <a:extLst>
              <a:ext uri="{FF2B5EF4-FFF2-40B4-BE49-F238E27FC236}">
                <a16:creationId xmlns:a16="http://schemas.microsoft.com/office/drawing/2014/main" id="{B812CD84-36BE-4A08-BD48-76DBA176D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8295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-level E-Math: Mastering Functions and ...">
            <a:extLst>
              <a:ext uri="{FF2B5EF4-FFF2-40B4-BE49-F238E27FC236}">
                <a16:creationId xmlns:a16="http://schemas.microsoft.com/office/drawing/2014/main" id="{6993E42B-708F-42BE-B037-7C61D1348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844" y="3403585"/>
            <a:ext cx="625895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ifferent function graphs Royalty ...">
            <a:extLst>
              <a:ext uri="{FF2B5EF4-FFF2-40B4-BE49-F238E27FC236}">
                <a16:creationId xmlns:a16="http://schemas.microsoft.com/office/drawing/2014/main" id="{503731FE-028D-4D33-BB1E-75B7F7C14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644762"/>
            <a:ext cx="2955235" cy="3187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350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Functions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mathematics is defined as the relationship between a given set of inputs (X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the output (Y).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Broadly defined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it’s a relationship between variables. Each of the inputs- X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related to exactly one output.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usually represented as Y= f(X) where X is the input and Y or f(X) is the output. Y can also be called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codomain/ dependent variable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X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domain/ independent variable(s)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35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Functions (</a:t>
            </a:r>
            <a:r>
              <a:rPr lang="en-US" sz="3600" b="1" dirty="0" err="1">
                <a:latin typeface="Century Gothic" panose="020B0502020202020204" pitchFamily="34" charset="0"/>
              </a:rPr>
              <a:t>Ct’d</a:t>
            </a:r>
            <a:r>
              <a:rPr lang="en-US" sz="3600" b="1" dirty="0">
                <a:latin typeface="Century Gothic" panose="020B0502020202020204" pitchFamily="34" charset="0"/>
              </a:rPr>
              <a:t>)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example; Given the function below;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3+X,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X= 1; 	Y= 3+ X = 3+1=4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X= -2; 	Y= 3+ X = 3+(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= 3-2= 1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above function; it is evident that each input (X) has only one particular output (Y).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various types of functions used in mathematics; we shall look at some of them in the slides below;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45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75" y="5929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Inverse functions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195" y="476250"/>
                <a:ext cx="11907609" cy="63817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inverse function is one used to 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undo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another function. A function “f” that has an inverse is called 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invertible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it is denoted/represented by 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GB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example;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function Y= f(X)= 2X+3, compute f</a:t>
                </a:r>
                <a:r>
                  <a:rPr lang="en-GB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 2X+3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Y-3 = 2X</a:t>
                </a:r>
                <a:endParaRPr lang="en-UG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 f</a:t>
                </a:r>
                <a:r>
                  <a:rPr lang="en-GB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195" y="476250"/>
                <a:ext cx="11907609" cy="6381750"/>
              </a:xfrm>
              <a:blipFill>
                <a:blip r:embed="rId3"/>
                <a:stretch>
                  <a:fillRect l="-921" r="-870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45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45778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Inverse functions (</a:t>
            </a:r>
            <a:r>
              <a:rPr lang="en-US" sz="3600" b="1" dirty="0" err="1">
                <a:latin typeface="Century Gothic" panose="020B0502020202020204" pitchFamily="34" charset="0"/>
              </a:rPr>
              <a:t>Ct’d</a:t>
            </a:r>
            <a:r>
              <a:rPr lang="en-US" sz="3600" b="1" dirty="0">
                <a:latin typeface="Century Gothic" panose="020B0502020202020204" pitchFamily="34" charset="0"/>
              </a:rPr>
              <a:t>)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923924"/>
            <a:ext cx="11907609" cy="580155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function </a:t>
            </a:r>
            <a:r>
              <a:rPr lang="en-U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set of order pairs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  <a:r>
              <a:rPr lang="en-U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inverse of </a:t>
            </a:r>
            <a:r>
              <a:rPr lang="en-U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set of ordered pairs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(Y, X)</a:t>
            </a:r>
            <a:r>
              <a:rPr lang="en-U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inverse of Y=f(x)= 2+4X. Sketch both f and f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same graph. What are your observations?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63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95" y="132524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Linear functions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formula of a linear function is;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a +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GB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intercept (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Y when all other factors/inputs (X</a:t>
            </a:r>
            <a:r>
              <a:rPr lang="en-GB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zero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coefficient/Slope (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change in Y when a factor/input (X) changes by 1 unit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linear function, the independent variable (X) is to the power of utmost one (1); that is, the power of X is either one or zero.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98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Graphs/Fitting linear functions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plot a graph of a linear function, </a:t>
            </a:r>
            <a:r>
              <a:rPr lang="en-GB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compute the values of Y for each value of X.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doing this, we </a:t>
            </a:r>
            <a:r>
              <a:rPr lang="en-GB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different coordinates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GB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we can plot/fit on a graph.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linear function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3+X;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it to generate a graph.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065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830" y="0"/>
            <a:ext cx="3932237" cy="646332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3870" y="646334"/>
            <a:ext cx="4772025" cy="6211666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different values of X say; -2, -1, 0, 1, 2; you can compute the values of Y to get the different coordinates to plot on the graph as in the table below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above coordinates in the table can be fitted on a graph as shown on the side;</a:t>
            </a:r>
            <a:endParaRPr lang="en-UG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en-UG" dirty="0">
              <a:latin typeface="Century Gothic" panose="020B0502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73CFEC-E1C3-4B68-8E70-3AEB55500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52582"/>
              </p:ext>
            </p:extLst>
          </p:nvPr>
        </p:nvGraphicFramePr>
        <p:xfrm>
          <a:off x="174506" y="3067530"/>
          <a:ext cx="4728798" cy="1888783"/>
        </p:xfrm>
        <a:graphic>
          <a:graphicData uri="http://schemas.openxmlformats.org/drawingml/2006/table">
            <a:tbl>
              <a:tblPr firstRow="1" firstCol="1" bandRow="1"/>
              <a:tblGrid>
                <a:gridCol w="2006719">
                  <a:extLst>
                    <a:ext uri="{9D8B030D-6E8A-4147-A177-3AD203B41FA5}">
                      <a16:colId xmlns:a16="http://schemas.microsoft.com/office/drawing/2014/main" val="425641733"/>
                    </a:ext>
                  </a:extLst>
                </a:gridCol>
                <a:gridCol w="600744">
                  <a:extLst>
                    <a:ext uri="{9D8B030D-6E8A-4147-A177-3AD203B41FA5}">
                      <a16:colId xmlns:a16="http://schemas.microsoft.com/office/drawing/2014/main" val="966695248"/>
                    </a:ext>
                  </a:extLst>
                </a:gridCol>
                <a:gridCol w="569843">
                  <a:extLst>
                    <a:ext uri="{9D8B030D-6E8A-4147-A177-3AD203B41FA5}">
                      <a16:colId xmlns:a16="http://schemas.microsoft.com/office/drawing/2014/main" val="2022569801"/>
                    </a:ext>
                  </a:extLst>
                </a:gridCol>
                <a:gridCol w="463826">
                  <a:extLst>
                    <a:ext uri="{9D8B030D-6E8A-4147-A177-3AD203B41FA5}">
                      <a16:colId xmlns:a16="http://schemas.microsoft.com/office/drawing/2014/main" val="150089335"/>
                    </a:ext>
                  </a:extLst>
                </a:gridCol>
                <a:gridCol w="490331">
                  <a:extLst>
                    <a:ext uri="{9D8B030D-6E8A-4147-A177-3AD203B41FA5}">
                      <a16:colId xmlns:a16="http://schemas.microsoft.com/office/drawing/2014/main" val="1567272999"/>
                    </a:ext>
                  </a:extLst>
                </a:gridCol>
                <a:gridCol w="597335">
                  <a:extLst>
                    <a:ext uri="{9D8B030D-6E8A-4147-A177-3AD203B41FA5}">
                      <a16:colId xmlns:a16="http://schemas.microsoft.com/office/drawing/2014/main" val="3920698646"/>
                    </a:ext>
                  </a:extLst>
                </a:gridCol>
              </a:tblGrid>
              <a:tr h="475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Income (X)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407884"/>
                  </a:ext>
                </a:extLst>
              </a:tr>
              <a:tr h="47510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Investment (Y)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090469"/>
                  </a:ext>
                </a:extLst>
              </a:tr>
              <a:tr h="9385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Coordinates (X, Y)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-2,1</a:t>
                      </a:r>
                      <a:endParaRPr lang="en-UG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-1,2</a:t>
                      </a:r>
                      <a:endParaRPr lang="en-UG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en-UG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1,4</a:t>
                      </a:r>
                      <a:endParaRPr lang="en-UG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en-UG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63185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B67AC75-8203-49A7-9191-17270D12D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738" y="1805673"/>
            <a:ext cx="6802842" cy="367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1" y="34706"/>
            <a:ext cx="10515600" cy="646331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Intercept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522" y="503584"/>
            <a:ext cx="12059478" cy="631971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value of Y when X (</a:t>
            </a:r>
            <a:r>
              <a:rPr lang="en-GB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</a:t>
            </a: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is/are Zero(0) holding other factors constant. </a:t>
            </a:r>
            <a:endParaRPr lang="en-UG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Given that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= 3 + 4X;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Y is Investment and X is Income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intercept of 3 implies that;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3 + 4(0) = 3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Investment (Y) is 3 units when Income (X) is 0 holding other factors constant.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endParaRPr lang="en-UG" dirty="0">
              <a:latin typeface="Century Gothic" panose="020B0502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93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1" y="34706"/>
            <a:ext cx="10515600" cy="646331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Slope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32522" y="503584"/>
                <a:ext cx="12059478" cy="631971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the change in the value of Y for a unit change in X (increasing X by one) holding other factors constant. </a:t>
                </a:r>
                <a:endParaRPr lang="en-UG" sz="24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Given that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 = 3 + 4X; 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Y is Investment and X is Income</a:t>
                </a:r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unit change in X implies that;</a:t>
                </a:r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 3 + 4(1) = 7.</a:t>
                </a:r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GB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Investment (Y) increases by 4 units when Income (X) is increased by 1 unit holding other factors constant. </a:t>
                </a:r>
                <a:endParaRPr lang="en-UG" sz="2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slope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 given function can be computed as;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G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𝐂𝐡𝐚𝐧𝐠𝐞</m:t>
                        </m:r>
                        <m:r>
                          <a:rPr lang="en-GB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en-GB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𝐂𝐡𝐚𝐧𝐠𝐞</m:t>
                        </m:r>
                        <m:r>
                          <a:rPr lang="en-GB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en-GB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𝑿</m:t>
                        </m:r>
                      </m:den>
                    </m:f>
                  </m:oMath>
                </a14:m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G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𝒀</m:t>
                        </m:r>
                      </m:num>
                      <m:den>
                        <m:r>
                          <a:rPr lang="en-GB" b="1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𝑿</m:t>
                        </m:r>
                      </m:den>
                    </m:f>
                  </m:oMath>
                </a14:m>
                <a:endParaRPr lang="en-UG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illustration on below;</a:t>
                </a:r>
              </a:p>
              <a:p>
                <a:pPr marL="0" indent="0" algn="just">
                  <a:buNone/>
                </a:pPr>
                <a:endParaRPr lang="en-UG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 algn="just">
                  <a:lnSpc>
                    <a:spcPct val="150000"/>
                  </a:lnSpc>
                  <a:buFont typeface="+mj-lt"/>
                  <a:buAutoNum type="arabicPeriod"/>
                </a:pPr>
                <a:endParaRPr lang="en-UG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32522" y="503584"/>
                <a:ext cx="12059478" cy="6319710"/>
              </a:xfrm>
              <a:blipFill>
                <a:blip r:embed="rId3"/>
                <a:stretch>
                  <a:fillRect l="-809" r="-758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767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1" y="34706"/>
            <a:ext cx="10515600" cy="646331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Slope (</a:t>
            </a:r>
            <a:r>
              <a:rPr lang="en-US" sz="3600" b="1" dirty="0" err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Ctd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)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23BB56-CC7F-4341-8A91-9FE70CF574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08849" y="791550"/>
            <a:ext cx="7797175" cy="464447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932B6-FE14-754B-3AE3-A86995146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020" y="5893743"/>
            <a:ext cx="12001980" cy="92955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graph shows a positive slope of maize production and fertilizer application.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1E0337-EE86-8402-D719-77DBF67A562A}"/>
              </a:ext>
            </a:extLst>
          </p:cNvPr>
          <p:cNvGrpSpPr/>
          <p:nvPr/>
        </p:nvGrpSpPr>
        <p:grpSpPr>
          <a:xfrm>
            <a:off x="5876460" y="5476695"/>
            <a:ext cx="2000160" cy="379080"/>
            <a:chOff x="5876460" y="5476695"/>
            <a:chExt cx="200016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D0F2B0-61BA-038F-EB0F-C7D5FABA9307}"/>
                    </a:ext>
                  </a:extLst>
                </p14:cNvPr>
                <p14:cNvContentPartPr/>
                <p14:nvPr/>
              </p14:nvContentPartPr>
              <p14:xfrm>
                <a:off x="5886180" y="5538615"/>
                <a:ext cx="252360" cy="52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D0F2B0-61BA-038F-EB0F-C7D5FABA930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77540" y="5529615"/>
                  <a:ext cx="270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F735B6C-6A90-C2CA-E170-DC73A52B2058}"/>
                    </a:ext>
                  </a:extLst>
                </p14:cNvPr>
                <p14:cNvContentPartPr/>
                <p14:nvPr/>
              </p14:nvContentPartPr>
              <p14:xfrm>
                <a:off x="5933700" y="5581455"/>
                <a:ext cx="42840" cy="246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F735B6C-6A90-C2CA-E170-DC73A52B20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25060" y="5572455"/>
                  <a:ext cx="60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B0E1F1-A702-8632-4B98-373640F8282E}"/>
                    </a:ext>
                  </a:extLst>
                </p14:cNvPr>
                <p14:cNvContentPartPr/>
                <p14:nvPr/>
              </p14:nvContentPartPr>
              <p14:xfrm>
                <a:off x="5876460" y="5671815"/>
                <a:ext cx="197280" cy="5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B0E1F1-A702-8632-4B98-373640F828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67820" y="5663175"/>
                  <a:ext cx="214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C34EEB-570C-9266-3895-A69B65D8CCB3}"/>
                    </a:ext>
                  </a:extLst>
                </p14:cNvPr>
                <p14:cNvContentPartPr/>
                <p14:nvPr/>
              </p14:nvContentPartPr>
              <p14:xfrm>
                <a:off x="6160500" y="5646255"/>
                <a:ext cx="358920" cy="209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C34EEB-570C-9266-3895-A69B65D8CC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51860" y="5637255"/>
                  <a:ext cx="3765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E469E5-2313-09D7-AA00-0081CAEFA0E1}"/>
                    </a:ext>
                  </a:extLst>
                </p14:cNvPr>
                <p14:cNvContentPartPr/>
                <p14:nvPr/>
              </p14:nvContentPartPr>
              <p14:xfrm>
                <a:off x="6619500" y="5476695"/>
                <a:ext cx="57600" cy="365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E469E5-2313-09D7-AA00-0081CAEFA0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10860" y="5467695"/>
                  <a:ext cx="752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46DDA2E-2770-631E-8E11-CA517B46F90A}"/>
                    </a:ext>
                  </a:extLst>
                </p14:cNvPr>
                <p14:cNvContentPartPr/>
                <p14:nvPr/>
              </p14:nvContentPartPr>
              <p14:xfrm>
                <a:off x="6629220" y="5660655"/>
                <a:ext cx="146880" cy="5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46DDA2E-2770-631E-8E11-CA517B46F9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0580" y="5652015"/>
                  <a:ext cx="164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001B00-2EB3-6C98-DDA6-F9C09786EBA0}"/>
                    </a:ext>
                  </a:extLst>
                </p14:cNvPr>
                <p14:cNvContentPartPr/>
                <p14:nvPr/>
              </p14:nvContentPartPr>
              <p14:xfrm>
                <a:off x="6848100" y="5637975"/>
                <a:ext cx="31680" cy="160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001B00-2EB3-6C98-DDA6-F9C09786EB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39100" y="5629335"/>
                  <a:ext cx="49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0BD8F4-1255-9872-20F5-A8A074E75C0F}"/>
                    </a:ext>
                  </a:extLst>
                </p14:cNvPr>
                <p14:cNvContentPartPr/>
                <p14:nvPr/>
              </p14:nvContentPartPr>
              <p14:xfrm>
                <a:off x="6876540" y="5524215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0BD8F4-1255-9872-20F5-A8A074E75C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67900" y="55152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37FF99-160E-D5CC-6C42-2A30EC93FC7D}"/>
                    </a:ext>
                  </a:extLst>
                </p14:cNvPr>
                <p14:cNvContentPartPr/>
                <p14:nvPr/>
              </p14:nvContentPartPr>
              <p14:xfrm>
                <a:off x="6991020" y="5495415"/>
                <a:ext cx="30240" cy="318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37FF99-160E-D5CC-6C42-2A30EC93FC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82380" y="5486775"/>
                  <a:ext cx="478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CB353E-44E1-57C6-56D2-82E92C68F42B}"/>
                    </a:ext>
                  </a:extLst>
                </p14:cNvPr>
                <p14:cNvContentPartPr/>
                <p14:nvPr/>
              </p14:nvContentPartPr>
              <p14:xfrm>
                <a:off x="7105500" y="5676495"/>
                <a:ext cx="39600" cy="10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CB353E-44E1-57C6-56D2-82E92C68F42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96860" y="5667495"/>
                  <a:ext cx="57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B84AE5-98E0-5C61-5946-BA58B48BEAD8}"/>
                    </a:ext>
                  </a:extLst>
                </p14:cNvPr>
                <p14:cNvContentPartPr/>
                <p14:nvPr/>
              </p14:nvContentPartPr>
              <p14:xfrm>
                <a:off x="7134300" y="5571735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B84AE5-98E0-5C61-5946-BA58B48BEAD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25300" y="55627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38E3372-93C4-28AD-9418-017E45031327}"/>
                    </a:ext>
                  </a:extLst>
                </p14:cNvPr>
                <p14:cNvContentPartPr/>
                <p14:nvPr/>
              </p14:nvContentPartPr>
              <p14:xfrm>
                <a:off x="7239060" y="5589015"/>
                <a:ext cx="141120" cy="209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38E3372-93C4-28AD-9418-017E450313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30060" y="5580375"/>
                  <a:ext cx="158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4A8C83-AF1A-EA2A-739A-B01E393E2D58}"/>
                    </a:ext>
                  </a:extLst>
                </p14:cNvPr>
                <p14:cNvContentPartPr/>
                <p14:nvPr/>
              </p14:nvContentPartPr>
              <p14:xfrm>
                <a:off x="7438860" y="5582175"/>
                <a:ext cx="437760" cy="210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4A8C83-AF1A-EA2A-739A-B01E393E2D5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29860" y="5573175"/>
                  <a:ext cx="45540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75FC49-1279-6845-BCCB-2E265271C3C6}"/>
              </a:ext>
            </a:extLst>
          </p:cNvPr>
          <p:cNvGrpSpPr/>
          <p:nvPr/>
        </p:nvGrpSpPr>
        <p:grpSpPr>
          <a:xfrm>
            <a:off x="8467020" y="5466975"/>
            <a:ext cx="1169640" cy="438480"/>
            <a:chOff x="8467020" y="5466975"/>
            <a:chExt cx="1169640" cy="4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F0AC7D8-2844-4DA7-2929-1C21F9F23D25}"/>
                    </a:ext>
                  </a:extLst>
                </p14:cNvPr>
                <p14:cNvContentPartPr/>
                <p14:nvPr/>
              </p14:nvContentPartPr>
              <p14:xfrm>
                <a:off x="8467020" y="5562015"/>
                <a:ext cx="10440" cy="228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F0AC7D8-2844-4DA7-2929-1C21F9F23D2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58380" y="5553015"/>
                  <a:ext cx="28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5063CA-8DFF-DC87-59DF-29E7853E4C6F}"/>
                    </a:ext>
                  </a:extLst>
                </p14:cNvPr>
                <p14:cNvContentPartPr/>
                <p14:nvPr/>
              </p14:nvContentPartPr>
              <p14:xfrm>
                <a:off x="8562420" y="5616735"/>
                <a:ext cx="183240" cy="155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5063CA-8DFF-DC87-59DF-29E7853E4C6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53780" y="5608095"/>
                  <a:ext cx="200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171270-2810-47A3-A4F5-2CF72BAE268A}"/>
                    </a:ext>
                  </a:extLst>
                </p14:cNvPr>
                <p14:cNvContentPartPr/>
                <p14:nvPr/>
              </p14:nvContentPartPr>
              <p14:xfrm>
                <a:off x="8829180" y="5563815"/>
                <a:ext cx="221760" cy="341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171270-2810-47A3-A4F5-2CF72BAE268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20540" y="5554815"/>
                  <a:ext cx="2394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B56ACB-18BF-AAE4-01C8-54BCCCAA5A4D}"/>
                    </a:ext>
                  </a:extLst>
                </p14:cNvPr>
                <p14:cNvContentPartPr/>
                <p14:nvPr/>
              </p14:nvContentPartPr>
              <p14:xfrm>
                <a:off x="9090180" y="5609535"/>
                <a:ext cx="268200" cy="228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6B56ACB-18BF-AAE4-01C8-54BCCCAA5A4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81180" y="5600535"/>
                  <a:ext cx="285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F59BC3-02AD-0852-340E-303B92C0203A}"/>
                    </a:ext>
                  </a:extLst>
                </p14:cNvPr>
                <p14:cNvContentPartPr/>
                <p14:nvPr/>
              </p14:nvContentPartPr>
              <p14:xfrm>
                <a:off x="9467820" y="5466975"/>
                <a:ext cx="168840" cy="295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F59BC3-02AD-0852-340E-303B92C020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58820" y="5457975"/>
                  <a:ext cx="1864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EA0E06-4D41-F1D3-586E-AE97489BF83E}"/>
                    </a:ext>
                  </a:extLst>
                </p14:cNvPr>
                <p14:cNvContentPartPr/>
                <p14:nvPr/>
              </p14:nvContentPartPr>
              <p14:xfrm>
                <a:off x="9362700" y="5523495"/>
                <a:ext cx="209880" cy="38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EA0E06-4D41-F1D3-586E-AE97489BF83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54060" y="5514495"/>
                  <a:ext cx="2275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96835CD-295A-80A1-2BCC-B46721A258A5}"/>
              </a:ext>
            </a:extLst>
          </p:cNvPr>
          <p:cNvGrpSpPr/>
          <p:nvPr/>
        </p:nvGrpSpPr>
        <p:grpSpPr>
          <a:xfrm>
            <a:off x="523260" y="1875975"/>
            <a:ext cx="1850400" cy="1363320"/>
            <a:chOff x="523260" y="1875975"/>
            <a:chExt cx="1850400" cy="13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B87895-C5B5-6A5D-02D9-F9E210C27F90}"/>
                    </a:ext>
                  </a:extLst>
                </p14:cNvPr>
                <p14:cNvContentPartPr/>
                <p14:nvPr/>
              </p14:nvContentPartPr>
              <p14:xfrm>
                <a:off x="652500" y="1875975"/>
                <a:ext cx="260640" cy="552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B87895-C5B5-6A5D-02D9-F9E210C27F9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43500" y="1866975"/>
                  <a:ext cx="27828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C2B020-BC93-F4DA-24E5-C0101E15A7AF}"/>
                    </a:ext>
                  </a:extLst>
                </p14:cNvPr>
                <p14:cNvContentPartPr/>
                <p14:nvPr/>
              </p14:nvContentPartPr>
              <p14:xfrm>
                <a:off x="893700" y="1962015"/>
                <a:ext cx="144720" cy="241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C2B020-BC93-F4DA-24E5-C0101E15A7A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4700" y="1953015"/>
                  <a:ext cx="162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18239F-5E51-365D-3858-4CBB326E784A}"/>
                    </a:ext>
                  </a:extLst>
                </p14:cNvPr>
                <p14:cNvContentPartPr/>
                <p14:nvPr/>
              </p14:nvContentPartPr>
              <p14:xfrm>
                <a:off x="973980" y="1990455"/>
                <a:ext cx="73440" cy="456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18239F-5E51-365D-3858-4CBB326E784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5340" y="1981455"/>
                  <a:ext cx="910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BA644C-0F09-51D9-DC49-5E3D8AC3A22D}"/>
                    </a:ext>
                  </a:extLst>
                </p14:cNvPr>
                <p14:cNvContentPartPr/>
                <p14:nvPr/>
              </p14:nvContentPartPr>
              <p14:xfrm>
                <a:off x="1066140" y="2274495"/>
                <a:ext cx="171000" cy="205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BA644C-0F09-51D9-DC49-5E3D8AC3A22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7500" y="2265495"/>
                  <a:ext cx="1886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341C404-A91F-E97A-8728-81B9D393ED0F}"/>
                    </a:ext>
                  </a:extLst>
                </p14:cNvPr>
                <p14:cNvContentPartPr/>
                <p14:nvPr/>
              </p14:nvContentPartPr>
              <p14:xfrm>
                <a:off x="1361340" y="2304735"/>
                <a:ext cx="39600" cy="187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341C404-A91F-E97A-8728-81B9D393ED0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352700" y="2296095"/>
                  <a:ext cx="57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8BCC7F5-E2F7-8459-9311-B5BAAA5579A6}"/>
                    </a:ext>
                  </a:extLst>
                </p14:cNvPr>
                <p14:cNvContentPartPr/>
                <p14:nvPr/>
              </p14:nvContentPartPr>
              <p14:xfrm>
                <a:off x="1371060" y="2188455"/>
                <a:ext cx="360" cy="2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8BCC7F5-E2F7-8459-9311-B5BAAA5579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62420" y="2179815"/>
                  <a:ext cx="18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A1AEF44-1C05-446D-A54B-A501A5143CD6}"/>
                    </a:ext>
                  </a:extLst>
                </p14:cNvPr>
                <p14:cNvContentPartPr/>
                <p14:nvPr/>
              </p14:nvContentPartPr>
              <p14:xfrm>
                <a:off x="1514340" y="2215815"/>
                <a:ext cx="246600" cy="271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A1AEF44-1C05-446D-A54B-A501A5143C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05340" y="2206815"/>
                  <a:ext cx="264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82EE2B6-D52D-0490-7A7C-46F5076D1BBA}"/>
                    </a:ext>
                  </a:extLst>
                </p14:cNvPr>
                <p14:cNvContentPartPr/>
                <p14:nvPr/>
              </p14:nvContentPartPr>
              <p14:xfrm>
                <a:off x="1885860" y="2188095"/>
                <a:ext cx="212400" cy="24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82EE2B6-D52D-0490-7A7C-46F5076D1BB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876860" y="2179455"/>
                  <a:ext cx="230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8AF628B-DFB3-1F02-7DE0-64D0ECC7930A}"/>
                    </a:ext>
                  </a:extLst>
                </p14:cNvPr>
                <p14:cNvContentPartPr/>
                <p14:nvPr/>
              </p14:nvContentPartPr>
              <p14:xfrm>
                <a:off x="523260" y="2512455"/>
                <a:ext cx="192600" cy="614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8AF628B-DFB3-1F02-7DE0-64D0ECC7930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4620" y="2503455"/>
                  <a:ext cx="2102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E48865B-5C30-22DF-595B-AF7AA6BBA5BC}"/>
                    </a:ext>
                  </a:extLst>
                </p14:cNvPr>
                <p14:cNvContentPartPr/>
                <p14:nvPr/>
              </p14:nvContentPartPr>
              <p14:xfrm>
                <a:off x="714060" y="2857335"/>
                <a:ext cx="145800" cy="317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E48865B-5C30-22DF-595B-AF7AA6BBA5B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05060" y="2848335"/>
                  <a:ext cx="1634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5B3F261-87FC-F7F4-43BC-E64299C97C0F}"/>
                    </a:ext>
                  </a:extLst>
                </p14:cNvPr>
                <p14:cNvContentPartPr/>
                <p14:nvPr/>
              </p14:nvContentPartPr>
              <p14:xfrm>
                <a:off x="846180" y="2914575"/>
                <a:ext cx="165600" cy="210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5B3F261-87FC-F7F4-43BC-E64299C97C0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7180" y="2905575"/>
                  <a:ext cx="183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079AD1-DCA5-06E0-8F44-9B0F9F5F12DE}"/>
                    </a:ext>
                  </a:extLst>
                </p14:cNvPr>
                <p14:cNvContentPartPr/>
                <p14:nvPr/>
              </p14:nvContentPartPr>
              <p14:xfrm>
                <a:off x="1084140" y="2817015"/>
                <a:ext cx="212040" cy="422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079AD1-DCA5-06E0-8F44-9B0F9F5F12D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5140" y="2808015"/>
                  <a:ext cx="2296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A41798F-BB8D-2930-6DB2-3120AEEA9011}"/>
                    </a:ext>
                  </a:extLst>
                </p14:cNvPr>
                <p14:cNvContentPartPr/>
                <p14:nvPr/>
              </p14:nvContentPartPr>
              <p14:xfrm>
                <a:off x="1309860" y="3002055"/>
                <a:ext cx="138240" cy="126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A41798F-BB8D-2930-6DB2-3120AEEA901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00860" y="2993055"/>
                  <a:ext cx="155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8C9790A-00E1-A604-51A5-BF3F27CF18CC}"/>
                    </a:ext>
                  </a:extLst>
                </p14:cNvPr>
                <p14:cNvContentPartPr/>
                <p14:nvPr/>
              </p14:nvContentPartPr>
              <p14:xfrm>
                <a:off x="1502820" y="2986215"/>
                <a:ext cx="100800" cy="169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8C9790A-00E1-A604-51A5-BF3F27CF18C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494180" y="2977575"/>
                  <a:ext cx="118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6A2DAB3-E135-D617-3671-D580DF2BEFE7}"/>
                    </a:ext>
                  </a:extLst>
                </p14:cNvPr>
                <p14:cNvContentPartPr/>
                <p14:nvPr/>
              </p14:nvContentPartPr>
              <p14:xfrm>
                <a:off x="1614420" y="2818815"/>
                <a:ext cx="138240" cy="384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6A2DAB3-E135-D617-3671-D580DF2BEFE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05780" y="2809815"/>
                  <a:ext cx="1558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B6B807-73AC-F2D9-935A-ED467334A17D}"/>
                    </a:ext>
                  </a:extLst>
                </p14:cNvPr>
                <p14:cNvContentPartPr/>
                <p14:nvPr/>
              </p14:nvContentPartPr>
              <p14:xfrm>
                <a:off x="1609380" y="3038055"/>
                <a:ext cx="84600" cy="2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B6B807-73AC-F2D9-935A-ED467334A17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600380" y="3029055"/>
                  <a:ext cx="102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45B453E-150E-B92B-954C-AF9F0432A4BE}"/>
                    </a:ext>
                  </a:extLst>
                </p14:cNvPr>
                <p14:cNvContentPartPr/>
                <p14:nvPr/>
              </p14:nvContentPartPr>
              <p14:xfrm>
                <a:off x="1809180" y="3056775"/>
                <a:ext cx="10440" cy="140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45B453E-150E-B92B-954C-AF9F0432A4B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00180" y="3048135"/>
                  <a:ext cx="28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EB48A9D-8779-98FE-08FF-D7DEA1BA7F11}"/>
                    </a:ext>
                  </a:extLst>
                </p14:cNvPr>
                <p14:cNvContentPartPr/>
                <p14:nvPr/>
              </p14:nvContentPartPr>
              <p14:xfrm>
                <a:off x="1876140" y="2866335"/>
                <a:ext cx="1008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EB48A9D-8779-98FE-08FF-D7DEA1BA7F1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67140" y="2857335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81C8C2-7E80-F3AC-59AA-C7F2A17804C5}"/>
                    </a:ext>
                  </a:extLst>
                </p14:cNvPr>
                <p14:cNvContentPartPr/>
                <p14:nvPr/>
              </p14:nvContentPartPr>
              <p14:xfrm>
                <a:off x="1940940" y="3034815"/>
                <a:ext cx="432720" cy="177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81C8C2-7E80-F3AC-59AA-C7F2A17804C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931940" y="3026175"/>
                  <a:ext cx="450360" cy="19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52419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6"/>
            <a:ext cx="10515600" cy="662782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Non-linear functions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" y="463826"/>
            <a:ext cx="12019280" cy="622852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function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that isn’t linear in nature. </a:t>
            </a:r>
            <a:r>
              <a:rPr lang="en-GB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implies that the function doesn’t change smoothly for different values X;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slopes keep on changing</a:t>
            </a:r>
            <a:r>
              <a:rPr lang="en-GB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graph of linear functions changes direction abruptly. </a:t>
            </a:r>
            <a:endParaRPr lang="en-U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non-linear function </a:t>
            </a: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doesn’t graph into a straight line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slope isn’t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independent variables (or even the dependent variable) in this type of function have </a:t>
            </a:r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power that is neither 0 nor 1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powers that are more than 1.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 nonlinear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function, look for one whose variables have 2 or more as a power.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593" y="1466056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253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6"/>
            <a:ext cx="10515600" cy="662782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latin typeface="Century Gothic" panose="020B0502020202020204" pitchFamily="34" charset="0"/>
              </a:rPr>
              <a:t>Non-linear functions (</a:t>
            </a:r>
            <a:r>
              <a:rPr lang="en-US" sz="3200" b="1" dirty="0" err="1">
                <a:latin typeface="Century Gothic" panose="020B0502020202020204" pitchFamily="34" charset="0"/>
              </a:rPr>
              <a:t>Ct’d</a:t>
            </a:r>
            <a:r>
              <a:rPr lang="en-US" sz="3200" b="1" dirty="0">
                <a:latin typeface="Century Gothic" panose="020B0502020202020204" pitchFamily="34" charset="0"/>
              </a:rPr>
              <a:t>)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7A4BA-7CF2-47EE-A3B0-6B28D2DDE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4070" y="681038"/>
            <a:ext cx="11797540" cy="60113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example;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1- 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2+ 0.3X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nonlinear function;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 5+ 6X + 0.45 X²,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graphed as; </a:t>
            </a:r>
            <a:endParaRPr lang="en-UG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593" y="1466056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84F9F-0996-4C05-B12F-CE3244E86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32" y="2668589"/>
            <a:ext cx="6752467" cy="405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-10226"/>
            <a:ext cx="11811266" cy="646331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Composite functions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functions whose outputs are used as inputs of another function.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Assuming we have two functions,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“f”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another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“g”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function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g (x)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known as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o 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composition of two functions.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substituting one function into another, you get a </a:t>
            </a:r>
            <a:r>
              <a:rPr lang="en-GB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composite function</a:t>
            </a:r>
            <a:r>
              <a:rPr lang="en-GB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substituting these functions is very </a:t>
            </a: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one comes before the other(s).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98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-10226"/>
            <a:ext cx="11811266" cy="646331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Composite functions (</a:t>
            </a:r>
            <a:r>
              <a:rPr lang="en-US" sz="3600" b="1" dirty="0" err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Ct’d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)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example;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that f(X)= 3+4X and g(X)= 1-2X+X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find the composite function f[g(X)]or f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g(x). Evaluate its value if X=3.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 3+4X and g(X)= 1-2X+X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f[g(X)]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= 3 +4 (1-2X+X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 + 4- 8X+ 4X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=7- 8X+ 4X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Thus for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= 7- 8X+ 4X</a:t>
            </a:r>
            <a:r>
              <a:rPr lang="en-GB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=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[7- (8*3)+ (4*3*3)] = 19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642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256"/>
            <a:ext cx="10515600" cy="646332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Using Excel to plot functions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631109"/>
            <a:ext cx="8587408" cy="608321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plot functions using excel follow the following steps;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given function say Y= 5+ 6X, compute the values of Y for the different Xi to generate the coordinates to plot. </a:t>
            </a:r>
            <a:r>
              <a:rPr lang="en-GB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 to slide 7</a:t>
            </a:r>
          </a:p>
          <a:p>
            <a:pPr marL="514350" lvl="0" indent="-514350" algn="just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table for the different values (coordinates) of X and Y</a:t>
            </a:r>
          </a:p>
          <a:p>
            <a:pPr marL="514350" lvl="0" indent="-514350" algn="just">
              <a:buAutoNum type="arabicPeriod"/>
            </a:pP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F120E4-C6ED-44CB-A40C-EDC8B4451B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74329508"/>
              </p:ext>
            </p:extLst>
          </p:nvPr>
        </p:nvGraphicFramePr>
        <p:xfrm>
          <a:off x="1172747" y="3810641"/>
          <a:ext cx="5886104" cy="2087568"/>
        </p:xfrm>
        <a:graphic>
          <a:graphicData uri="http://schemas.openxmlformats.org/drawingml/2006/table">
            <a:tbl>
              <a:tblPr firstRow="1" firstCol="1" bandRow="1"/>
              <a:tblGrid>
                <a:gridCol w="1978646">
                  <a:extLst>
                    <a:ext uri="{9D8B030D-6E8A-4147-A177-3AD203B41FA5}">
                      <a16:colId xmlns:a16="http://schemas.microsoft.com/office/drawing/2014/main" val="3715442071"/>
                    </a:ext>
                  </a:extLst>
                </a:gridCol>
                <a:gridCol w="909525">
                  <a:extLst>
                    <a:ext uri="{9D8B030D-6E8A-4147-A177-3AD203B41FA5}">
                      <a16:colId xmlns:a16="http://schemas.microsoft.com/office/drawing/2014/main" val="3355230758"/>
                    </a:ext>
                  </a:extLst>
                </a:gridCol>
                <a:gridCol w="769597">
                  <a:extLst>
                    <a:ext uri="{9D8B030D-6E8A-4147-A177-3AD203B41FA5}">
                      <a16:colId xmlns:a16="http://schemas.microsoft.com/office/drawing/2014/main" val="218763746"/>
                    </a:ext>
                  </a:extLst>
                </a:gridCol>
                <a:gridCol w="839562">
                  <a:extLst>
                    <a:ext uri="{9D8B030D-6E8A-4147-A177-3AD203B41FA5}">
                      <a16:colId xmlns:a16="http://schemas.microsoft.com/office/drawing/2014/main" val="4121269828"/>
                    </a:ext>
                  </a:extLst>
                </a:gridCol>
                <a:gridCol w="657656">
                  <a:extLst>
                    <a:ext uri="{9D8B030D-6E8A-4147-A177-3AD203B41FA5}">
                      <a16:colId xmlns:a16="http://schemas.microsoft.com/office/drawing/2014/main" val="2778526785"/>
                    </a:ext>
                  </a:extLst>
                </a:gridCol>
                <a:gridCol w="731118">
                  <a:extLst>
                    <a:ext uri="{9D8B030D-6E8A-4147-A177-3AD203B41FA5}">
                      <a16:colId xmlns:a16="http://schemas.microsoft.com/office/drawing/2014/main" val="817465905"/>
                    </a:ext>
                  </a:extLst>
                </a:gridCol>
              </a:tblGrid>
              <a:tr h="44462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Fertilizer (X)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326783"/>
                  </a:ext>
                </a:extLst>
              </a:tr>
              <a:tr h="82147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Maize </a:t>
                      </a:r>
                      <a:r>
                        <a:rPr lang="en-GB" sz="2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Pdn</a:t>
                      </a: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(Y)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840003"/>
                  </a:ext>
                </a:extLst>
              </a:tr>
              <a:tr h="82147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Coordinates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(X, Y)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-2,1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-1,2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1,4</a:t>
                      </a:r>
                      <a:endParaRPr lang="en-UG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en-UG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2380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903AF4-1858-47BE-AD74-A66729E026C4}"/>
              </a:ext>
            </a:extLst>
          </p:cNvPr>
          <p:cNvCxnSpPr/>
          <p:nvPr/>
        </p:nvCxnSpPr>
        <p:spPr>
          <a:xfrm flipV="1">
            <a:off x="6390196" y="8285112"/>
            <a:ext cx="182880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F321C9-E8F1-4B47-B166-204193149A13}"/>
              </a:ext>
            </a:extLst>
          </p:cNvPr>
          <p:cNvCxnSpPr/>
          <p:nvPr/>
        </p:nvCxnSpPr>
        <p:spPr>
          <a:xfrm flipV="1">
            <a:off x="6967411" y="8282572"/>
            <a:ext cx="182880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1">
            <a:extLst>
              <a:ext uri="{FF2B5EF4-FFF2-40B4-BE49-F238E27FC236}">
                <a16:creationId xmlns:a16="http://schemas.microsoft.com/office/drawing/2014/main" id="{4688A6E6-054F-4B4C-B334-BD5AF7637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176" y="19948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G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A7A9D369-CDE5-4070-BED5-8DBFE087FB9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19929" y="4531420"/>
            <a:ext cx="3472071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Draw the graph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excel       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Scatter (check through the different charts)</a:t>
            </a:r>
            <a:endParaRPr kumimoji="0" lang="en-GB" altLang="en-UG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55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903AF4-1858-47BE-AD74-A66729E026C4}"/>
              </a:ext>
            </a:extLst>
          </p:cNvPr>
          <p:cNvCxnSpPr/>
          <p:nvPr/>
        </p:nvCxnSpPr>
        <p:spPr>
          <a:xfrm flipV="1">
            <a:off x="6390196" y="8285112"/>
            <a:ext cx="182880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F321C9-E8F1-4B47-B166-204193149A13}"/>
              </a:ext>
            </a:extLst>
          </p:cNvPr>
          <p:cNvCxnSpPr/>
          <p:nvPr/>
        </p:nvCxnSpPr>
        <p:spPr>
          <a:xfrm flipV="1">
            <a:off x="6967411" y="8282572"/>
            <a:ext cx="182880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4CB6C05-B397-4838-BCB6-A64D89A2D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347"/>
            <a:ext cx="10820400" cy="649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445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531" y="275431"/>
            <a:ext cx="10515600" cy="646332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latin typeface="Century Gothic" panose="020B0502020202020204" pitchFamily="34" charset="0"/>
              </a:rPr>
              <a:t>References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903AF4-1858-47BE-AD74-A66729E026C4}"/>
              </a:ext>
            </a:extLst>
          </p:cNvPr>
          <p:cNvCxnSpPr/>
          <p:nvPr/>
        </p:nvCxnSpPr>
        <p:spPr>
          <a:xfrm flipV="1">
            <a:off x="6390196" y="8285112"/>
            <a:ext cx="182880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F321C9-E8F1-4B47-B166-204193149A13}"/>
              </a:ext>
            </a:extLst>
          </p:cNvPr>
          <p:cNvCxnSpPr/>
          <p:nvPr/>
        </p:nvCxnSpPr>
        <p:spPr>
          <a:xfrm flipV="1">
            <a:off x="6967411" y="8282572"/>
            <a:ext cx="182880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D85D784-B480-4E69-8481-BF74146CCC99}"/>
              </a:ext>
            </a:extLst>
          </p:cNvPr>
          <p:cNvSpPr/>
          <p:nvPr/>
        </p:nvSpPr>
        <p:spPr>
          <a:xfrm>
            <a:off x="511531" y="1306706"/>
            <a:ext cx="11489969" cy="1964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more details on how to plot functions using Excel, follow the link below;</a:t>
            </a:r>
          </a:p>
          <a:p>
            <a:pPr marL="51435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https://www.youtube.com/watch?v=FxeuBzVNxrU</a:t>
            </a:r>
            <a:endParaRPr lang="en-GB" sz="2800" u="sng" dirty="0">
              <a:solidFill>
                <a:srgbClr val="0563C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Using Excel to plot functions.xlsx</a:t>
            </a:r>
            <a:endParaRPr lang="en-UG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772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57" y="1"/>
            <a:ext cx="11714921" cy="681036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Functions with two independent variables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522" y="556590"/>
            <a:ext cx="11926956" cy="613575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can have more than one independent variable such as in the model below;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 + b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+ b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+ b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b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……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µ</a:t>
            </a:r>
            <a:endParaRPr lang="en-U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Dependent Variable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independent variables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the number of independent variables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error term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603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4" y="143498"/>
            <a:ext cx="11714921" cy="681036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latin typeface="Century Gothic" panose="020B0502020202020204" pitchFamily="34" charset="0"/>
              </a:rPr>
              <a:t>Functions with two independent variables (</a:t>
            </a:r>
            <a:r>
              <a:rPr lang="en-US" sz="3200" b="1" dirty="0" err="1">
                <a:latin typeface="Century Gothic" panose="020B0502020202020204" pitchFamily="34" charset="0"/>
              </a:rPr>
              <a:t>Ct’d</a:t>
            </a:r>
            <a:r>
              <a:rPr lang="en-US" sz="3200" b="1" dirty="0">
                <a:latin typeface="Century Gothic" panose="020B0502020202020204" pitchFamily="34" charset="0"/>
              </a:rPr>
              <a:t>)</a:t>
            </a:r>
            <a:br>
              <a:rPr lang="en-UG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5C8B-ADF4-458B-88D5-FCF5088FF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06" y="609600"/>
            <a:ext cx="12033390" cy="6104901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emphasis; let us consider the real-life function below with two independent variables;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3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Qty of Maize Produced = 50 + 0.45Acres of land Cultivated + 0.5 Qty of Fertilizer Applied</a:t>
            </a:r>
            <a:endParaRPr lang="en-UG" sz="23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the function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These are the units of maize produced when all the other factor inputs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zero.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unit increase in the number of acres cultivated leads to an increase in maize produced by 0.45 holding other factors constant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unit increase in the quantity of fertilizer applied leads to an increase in maize produced by 0.5 holding other factors constant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51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Agricultural Application and solving related problems</a:t>
            </a: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980660"/>
            <a:ext cx="11907609" cy="574481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used for several purposes in Agriculture. Some of them include;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mainly used to estimate the relationships between different variables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example, the relationship between the fertilizer application and production of a given good. This can be done through estimating a simple linear regression model/function or plotting a graph.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also be used for estimating/predicting future trends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given sales values, a farmer can predict his or her income.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45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R</a:t>
            </a: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EXCERCISE</a:t>
            </a:r>
            <a:br>
              <a:rPr lang="en-UG" sz="3200" dirty="0"/>
            </a:br>
            <a:br>
              <a:rPr lang="en-UG" sz="4000" dirty="0"/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980660"/>
            <a:ext cx="11907609" cy="574481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linear function; 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Expenditure = 0.6 + 0.3 Income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slope and the intercept. Explain both of them.</a:t>
            </a:r>
            <a:endParaRPr lang="en-U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function to plot a graph of Expenditure against Income</a:t>
            </a:r>
            <a:endParaRPr lang="en-U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Evaluate/Predict the value of expenditure given that Income is 300,000 UGX</a:t>
            </a:r>
            <a:endParaRPr lang="en-U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7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28" y="453007"/>
            <a:ext cx="9261021" cy="744461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8" y="690407"/>
            <a:ext cx="9538701" cy="5541266"/>
          </a:xfrm>
        </p:spPr>
        <p:txBody>
          <a:bodyPr>
            <a:normAutofit fontScale="92500" lnSpcReduction="10000"/>
          </a:bodyPr>
          <a:lstStyle/>
          <a:p>
            <a:pPr marL="514350" indent="-51435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Font typeface="Wingdings" panose="05000000000000000000" pitchFamily="2" charset="2"/>
              <a:buChar char=""/>
            </a:pPr>
            <a:endParaRPr lang="en-US" sz="31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endParaRPr lang="en-US" sz="72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r>
              <a:rPr lang="en-US" sz="11500" b="1" dirty="0">
                <a:effectLst/>
                <a:latin typeface="Freestyle Script" panose="030804020302050B04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r>
              <a:rPr lang="en-US" sz="11500" b="1" dirty="0">
                <a:latin typeface="Freestyle Script" panose="030804020302050B04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@ASK</a:t>
            </a:r>
            <a:endParaRPr lang="en-US" sz="11500" b="1" dirty="0">
              <a:effectLst/>
              <a:latin typeface="Freestyle Script" panose="030804020302050B04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7952509" y="775984"/>
            <a:ext cx="3997608" cy="562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5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6585</TotalTime>
  <Words>1828</Words>
  <Application>Microsoft Office PowerPoint</Application>
  <PresentationFormat>Widescreen</PresentationFormat>
  <Paragraphs>203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Century Gothic</vt:lpstr>
      <vt:lpstr>Freestyle Script</vt:lpstr>
      <vt:lpstr>Times New Roman</vt:lpstr>
      <vt:lpstr>Wingdings</vt:lpstr>
      <vt:lpstr>Office Theme</vt:lpstr>
      <vt:lpstr>  GRAPHS AND FUNCTIONS     16th SEPT 2026 </vt:lpstr>
      <vt:lpstr>PowerPoint Presentation</vt:lpstr>
      <vt:lpstr>    Functions    </vt:lpstr>
      <vt:lpstr>    Functions (Ct’d)    </vt:lpstr>
      <vt:lpstr>    Inverse functions    </vt:lpstr>
      <vt:lpstr>    Inverse functions (Ct’d)    </vt:lpstr>
      <vt:lpstr>    Linear functions    </vt:lpstr>
      <vt:lpstr>    Graphs/Fitting linear functions    </vt:lpstr>
      <vt:lpstr>       Solution</vt:lpstr>
      <vt:lpstr>    Intercept    </vt:lpstr>
      <vt:lpstr>    Slope    </vt:lpstr>
      <vt:lpstr>    Slope (Ctd)    </vt:lpstr>
      <vt:lpstr>    Non-linear functions    </vt:lpstr>
      <vt:lpstr>    Non-linear functions (Ct’d)    </vt:lpstr>
      <vt:lpstr>     Composite functions    </vt:lpstr>
      <vt:lpstr>     Composite functions (Ct’d)    </vt:lpstr>
      <vt:lpstr>    Using Excel to plot functions    </vt:lpstr>
      <vt:lpstr>PowerPoint Presentation</vt:lpstr>
      <vt:lpstr>    References    </vt:lpstr>
      <vt:lpstr>    Functions with two independent variables    </vt:lpstr>
      <vt:lpstr>    Functions with two independent variables (Ct’d)    </vt:lpstr>
      <vt:lpstr>     Agricultural Application and solving related problems    </vt:lpstr>
      <vt:lpstr>   R   EXCERCISE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IMPLICATIONS OF MAINSTREAMING UGANDA COFFEE DEVELOPMENT AUTHORITY INTO THE MAAIF.</dc:title>
  <dc:creator>Chris Kyerere</dc:creator>
  <cp:lastModifiedBy>ASk</cp:lastModifiedBy>
  <cp:revision>217</cp:revision>
  <dcterms:created xsi:type="dcterms:W3CDTF">2022-08-24T21:51:22Z</dcterms:created>
  <dcterms:modified xsi:type="dcterms:W3CDTF">2026-09-17T07:16:19Z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
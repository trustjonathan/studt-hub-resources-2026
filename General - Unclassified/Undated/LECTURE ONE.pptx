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5" r:id="rId4"/>
    <p:sldId id="258" r:id="rId5"/>
    <p:sldId id="259" r:id="rId6"/>
    <p:sldId id="264" r:id="rId7"/>
    <p:sldId id="260" r:id="rId8"/>
    <p:sldId id="261" r:id="rId9"/>
    <p:sldId id="262" r:id="rId10"/>
    <p:sldId id="263" r:id="rId11"/>
  </p:sldIdLst>
  <p:sldSz cx="12192000" cy="6858000"/>
  <p:notesSz cx="6858000" cy="9144000"/>
  <p:defaultTextStyle>
    <a:defPPr>
      <a:defRPr lang="en-U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7" d="100"/>
          <a:sy n="77" d="100"/>
        </p:scale>
        <p:origin x="23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1FC79-01F4-4E70-8715-6C767721541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G"/>
          </a:p>
        </p:txBody>
      </p:sp>
      <p:sp>
        <p:nvSpPr>
          <p:cNvPr id="3" name="Subtitle 2">
            <a:extLst>
              <a:ext uri="{FF2B5EF4-FFF2-40B4-BE49-F238E27FC236}">
                <a16:creationId xmlns:a16="http://schemas.microsoft.com/office/drawing/2014/main" id="{3CF0A4FA-7BD7-4FAE-85E8-BCEDBDBCFE3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G"/>
          </a:p>
        </p:txBody>
      </p:sp>
      <p:sp>
        <p:nvSpPr>
          <p:cNvPr id="4" name="Date Placeholder 3">
            <a:extLst>
              <a:ext uri="{FF2B5EF4-FFF2-40B4-BE49-F238E27FC236}">
                <a16:creationId xmlns:a16="http://schemas.microsoft.com/office/drawing/2014/main" id="{69FE5D63-A809-4061-B0DC-37A5595EA8DF}"/>
              </a:ext>
            </a:extLst>
          </p:cNvPr>
          <p:cNvSpPr>
            <a:spLocks noGrp="1"/>
          </p:cNvSpPr>
          <p:nvPr>
            <p:ph type="dt" sz="half" idx="10"/>
          </p:nvPr>
        </p:nvSpPr>
        <p:spPr/>
        <p:txBody>
          <a:bodyPr/>
          <a:lstStyle/>
          <a:p>
            <a:fld id="{A2FC28C8-7136-49D0-97EF-460572B252DF}" type="datetimeFigureOut">
              <a:rPr lang="en-UG" smtClean="0"/>
              <a:t>01/09/2025</a:t>
            </a:fld>
            <a:endParaRPr lang="en-UG"/>
          </a:p>
        </p:txBody>
      </p:sp>
      <p:sp>
        <p:nvSpPr>
          <p:cNvPr id="5" name="Footer Placeholder 4">
            <a:extLst>
              <a:ext uri="{FF2B5EF4-FFF2-40B4-BE49-F238E27FC236}">
                <a16:creationId xmlns:a16="http://schemas.microsoft.com/office/drawing/2014/main" id="{A185CAF8-905F-4FC5-BE63-BCC4CB810109}"/>
              </a:ext>
            </a:extLst>
          </p:cNvPr>
          <p:cNvSpPr>
            <a:spLocks noGrp="1"/>
          </p:cNvSpPr>
          <p:nvPr>
            <p:ph type="ftr" sz="quarter" idx="11"/>
          </p:nvPr>
        </p:nvSpPr>
        <p:spPr/>
        <p:txBody>
          <a:bodyPr/>
          <a:lstStyle/>
          <a:p>
            <a:endParaRPr lang="en-UG"/>
          </a:p>
        </p:txBody>
      </p:sp>
      <p:sp>
        <p:nvSpPr>
          <p:cNvPr id="6" name="Slide Number Placeholder 5">
            <a:extLst>
              <a:ext uri="{FF2B5EF4-FFF2-40B4-BE49-F238E27FC236}">
                <a16:creationId xmlns:a16="http://schemas.microsoft.com/office/drawing/2014/main" id="{FEAED5E8-DA2D-4992-8828-7141ABA430BD}"/>
              </a:ext>
            </a:extLst>
          </p:cNvPr>
          <p:cNvSpPr>
            <a:spLocks noGrp="1"/>
          </p:cNvSpPr>
          <p:nvPr>
            <p:ph type="sldNum" sz="quarter" idx="12"/>
          </p:nvPr>
        </p:nvSpPr>
        <p:spPr/>
        <p:txBody>
          <a:bodyPr/>
          <a:lstStyle/>
          <a:p>
            <a:fld id="{1C129D32-FFEF-4C78-805E-A59F4B0240A3}" type="slidenum">
              <a:rPr lang="en-UG" smtClean="0"/>
              <a:t>‹#›</a:t>
            </a:fld>
            <a:endParaRPr lang="en-UG"/>
          </a:p>
        </p:txBody>
      </p:sp>
    </p:spTree>
    <p:extLst>
      <p:ext uri="{BB962C8B-B14F-4D97-AF65-F5344CB8AC3E}">
        <p14:creationId xmlns:p14="http://schemas.microsoft.com/office/powerpoint/2010/main" val="11445287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81C6A-EC22-4C89-9558-9F44DC6B3126}"/>
              </a:ext>
            </a:extLst>
          </p:cNvPr>
          <p:cNvSpPr>
            <a:spLocks noGrp="1"/>
          </p:cNvSpPr>
          <p:nvPr>
            <p:ph type="title"/>
          </p:nvPr>
        </p:nvSpPr>
        <p:spPr/>
        <p:txBody>
          <a:bodyPr/>
          <a:lstStyle/>
          <a:p>
            <a:r>
              <a:rPr lang="en-US"/>
              <a:t>Click to edit Master title style</a:t>
            </a:r>
            <a:endParaRPr lang="en-UG"/>
          </a:p>
        </p:txBody>
      </p:sp>
      <p:sp>
        <p:nvSpPr>
          <p:cNvPr id="3" name="Content Placeholder 2">
            <a:extLst>
              <a:ext uri="{FF2B5EF4-FFF2-40B4-BE49-F238E27FC236}">
                <a16:creationId xmlns:a16="http://schemas.microsoft.com/office/drawing/2014/main" id="{85A746EE-80CA-46AB-A3C3-412A2693941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4" name="Date Placeholder 3">
            <a:extLst>
              <a:ext uri="{FF2B5EF4-FFF2-40B4-BE49-F238E27FC236}">
                <a16:creationId xmlns:a16="http://schemas.microsoft.com/office/drawing/2014/main" id="{83A1ABC6-1CE3-4702-818F-DF199EB1D754}"/>
              </a:ext>
            </a:extLst>
          </p:cNvPr>
          <p:cNvSpPr>
            <a:spLocks noGrp="1"/>
          </p:cNvSpPr>
          <p:nvPr>
            <p:ph type="dt" sz="half" idx="10"/>
          </p:nvPr>
        </p:nvSpPr>
        <p:spPr/>
        <p:txBody>
          <a:bodyPr/>
          <a:lstStyle/>
          <a:p>
            <a:fld id="{A2FC28C8-7136-49D0-97EF-460572B252DF}" type="datetimeFigureOut">
              <a:rPr lang="en-UG" smtClean="0"/>
              <a:t>01/09/2025</a:t>
            </a:fld>
            <a:endParaRPr lang="en-UG"/>
          </a:p>
        </p:txBody>
      </p:sp>
      <p:sp>
        <p:nvSpPr>
          <p:cNvPr id="5" name="Footer Placeholder 4">
            <a:extLst>
              <a:ext uri="{FF2B5EF4-FFF2-40B4-BE49-F238E27FC236}">
                <a16:creationId xmlns:a16="http://schemas.microsoft.com/office/drawing/2014/main" id="{3453FFE2-CC76-4962-B360-04CAA217CEF3}"/>
              </a:ext>
            </a:extLst>
          </p:cNvPr>
          <p:cNvSpPr>
            <a:spLocks noGrp="1"/>
          </p:cNvSpPr>
          <p:nvPr>
            <p:ph type="ftr" sz="quarter" idx="11"/>
          </p:nvPr>
        </p:nvSpPr>
        <p:spPr/>
        <p:txBody>
          <a:bodyPr/>
          <a:lstStyle/>
          <a:p>
            <a:endParaRPr lang="en-UG"/>
          </a:p>
        </p:txBody>
      </p:sp>
      <p:sp>
        <p:nvSpPr>
          <p:cNvPr id="6" name="Slide Number Placeholder 5">
            <a:extLst>
              <a:ext uri="{FF2B5EF4-FFF2-40B4-BE49-F238E27FC236}">
                <a16:creationId xmlns:a16="http://schemas.microsoft.com/office/drawing/2014/main" id="{1A39E09B-B188-48A5-A700-32ADF83CB261}"/>
              </a:ext>
            </a:extLst>
          </p:cNvPr>
          <p:cNvSpPr>
            <a:spLocks noGrp="1"/>
          </p:cNvSpPr>
          <p:nvPr>
            <p:ph type="sldNum" sz="quarter" idx="12"/>
          </p:nvPr>
        </p:nvSpPr>
        <p:spPr/>
        <p:txBody>
          <a:bodyPr/>
          <a:lstStyle/>
          <a:p>
            <a:fld id="{1C129D32-FFEF-4C78-805E-A59F4B0240A3}" type="slidenum">
              <a:rPr lang="en-UG" smtClean="0"/>
              <a:t>‹#›</a:t>
            </a:fld>
            <a:endParaRPr lang="en-UG"/>
          </a:p>
        </p:txBody>
      </p:sp>
    </p:spTree>
    <p:extLst>
      <p:ext uri="{BB962C8B-B14F-4D97-AF65-F5344CB8AC3E}">
        <p14:creationId xmlns:p14="http://schemas.microsoft.com/office/powerpoint/2010/main" val="34125349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C7D47-163B-485C-ACA1-1B69FDF3C57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G"/>
          </a:p>
        </p:txBody>
      </p:sp>
      <p:sp>
        <p:nvSpPr>
          <p:cNvPr id="3" name="Text Placeholder 2">
            <a:extLst>
              <a:ext uri="{FF2B5EF4-FFF2-40B4-BE49-F238E27FC236}">
                <a16:creationId xmlns:a16="http://schemas.microsoft.com/office/drawing/2014/main" id="{4AC3B7C5-0D0F-4297-BDB0-10E0B2870E8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8909BA2F-6061-4B8E-8F0E-896BFA8164BA}"/>
              </a:ext>
            </a:extLst>
          </p:cNvPr>
          <p:cNvSpPr>
            <a:spLocks noGrp="1"/>
          </p:cNvSpPr>
          <p:nvPr>
            <p:ph type="dt" sz="half" idx="10"/>
          </p:nvPr>
        </p:nvSpPr>
        <p:spPr/>
        <p:txBody>
          <a:bodyPr/>
          <a:lstStyle/>
          <a:p>
            <a:fld id="{A2FC28C8-7136-49D0-97EF-460572B252DF}" type="datetimeFigureOut">
              <a:rPr lang="en-UG" smtClean="0"/>
              <a:t>01/09/2025</a:t>
            </a:fld>
            <a:endParaRPr lang="en-UG"/>
          </a:p>
        </p:txBody>
      </p:sp>
      <p:sp>
        <p:nvSpPr>
          <p:cNvPr id="5" name="Footer Placeholder 4">
            <a:extLst>
              <a:ext uri="{FF2B5EF4-FFF2-40B4-BE49-F238E27FC236}">
                <a16:creationId xmlns:a16="http://schemas.microsoft.com/office/drawing/2014/main" id="{304109E1-C997-4EFF-AC2A-447B36980E23}"/>
              </a:ext>
            </a:extLst>
          </p:cNvPr>
          <p:cNvSpPr>
            <a:spLocks noGrp="1"/>
          </p:cNvSpPr>
          <p:nvPr>
            <p:ph type="ftr" sz="quarter" idx="11"/>
          </p:nvPr>
        </p:nvSpPr>
        <p:spPr/>
        <p:txBody>
          <a:bodyPr/>
          <a:lstStyle/>
          <a:p>
            <a:endParaRPr lang="en-UG"/>
          </a:p>
        </p:txBody>
      </p:sp>
      <p:sp>
        <p:nvSpPr>
          <p:cNvPr id="6" name="Slide Number Placeholder 5">
            <a:extLst>
              <a:ext uri="{FF2B5EF4-FFF2-40B4-BE49-F238E27FC236}">
                <a16:creationId xmlns:a16="http://schemas.microsoft.com/office/drawing/2014/main" id="{56DF3DB3-32F6-4444-B826-C2BA11146926}"/>
              </a:ext>
            </a:extLst>
          </p:cNvPr>
          <p:cNvSpPr>
            <a:spLocks noGrp="1"/>
          </p:cNvSpPr>
          <p:nvPr>
            <p:ph type="sldNum" sz="quarter" idx="12"/>
          </p:nvPr>
        </p:nvSpPr>
        <p:spPr/>
        <p:txBody>
          <a:bodyPr/>
          <a:lstStyle/>
          <a:p>
            <a:fld id="{1C129D32-FFEF-4C78-805E-A59F4B0240A3}" type="slidenum">
              <a:rPr lang="en-UG" smtClean="0"/>
              <a:t>‹#›</a:t>
            </a:fld>
            <a:endParaRPr lang="en-UG"/>
          </a:p>
        </p:txBody>
      </p:sp>
    </p:spTree>
    <p:extLst>
      <p:ext uri="{BB962C8B-B14F-4D97-AF65-F5344CB8AC3E}">
        <p14:creationId xmlns:p14="http://schemas.microsoft.com/office/powerpoint/2010/main" val="41647121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22994-C318-4F34-B48C-A60F0F724968}"/>
              </a:ext>
            </a:extLst>
          </p:cNvPr>
          <p:cNvSpPr>
            <a:spLocks noGrp="1"/>
          </p:cNvSpPr>
          <p:nvPr>
            <p:ph type="title"/>
          </p:nvPr>
        </p:nvSpPr>
        <p:spPr/>
        <p:txBody>
          <a:bodyPr/>
          <a:lstStyle/>
          <a:p>
            <a:r>
              <a:rPr lang="en-US"/>
              <a:t>Click to edit Master title style</a:t>
            </a:r>
            <a:endParaRPr lang="en-UG"/>
          </a:p>
        </p:txBody>
      </p:sp>
      <p:sp>
        <p:nvSpPr>
          <p:cNvPr id="3" name="Content Placeholder 2">
            <a:extLst>
              <a:ext uri="{FF2B5EF4-FFF2-40B4-BE49-F238E27FC236}">
                <a16:creationId xmlns:a16="http://schemas.microsoft.com/office/drawing/2014/main" id="{97F7AA4F-B49D-4160-8928-BDB15F851AF1}"/>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4" name="Content Placeholder 3">
            <a:extLst>
              <a:ext uri="{FF2B5EF4-FFF2-40B4-BE49-F238E27FC236}">
                <a16:creationId xmlns:a16="http://schemas.microsoft.com/office/drawing/2014/main" id="{B72BC5B6-7486-4BE8-BB57-0130CDDCDF09}"/>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5" name="Date Placeholder 4">
            <a:extLst>
              <a:ext uri="{FF2B5EF4-FFF2-40B4-BE49-F238E27FC236}">
                <a16:creationId xmlns:a16="http://schemas.microsoft.com/office/drawing/2014/main" id="{4099ECCC-1CB0-488C-B923-FBC33571C3EB}"/>
              </a:ext>
            </a:extLst>
          </p:cNvPr>
          <p:cNvSpPr>
            <a:spLocks noGrp="1"/>
          </p:cNvSpPr>
          <p:nvPr>
            <p:ph type="dt" sz="half" idx="10"/>
          </p:nvPr>
        </p:nvSpPr>
        <p:spPr/>
        <p:txBody>
          <a:bodyPr/>
          <a:lstStyle/>
          <a:p>
            <a:fld id="{A2FC28C8-7136-49D0-97EF-460572B252DF}" type="datetimeFigureOut">
              <a:rPr lang="en-UG" smtClean="0"/>
              <a:t>01/09/2025</a:t>
            </a:fld>
            <a:endParaRPr lang="en-UG"/>
          </a:p>
        </p:txBody>
      </p:sp>
      <p:sp>
        <p:nvSpPr>
          <p:cNvPr id="6" name="Footer Placeholder 5">
            <a:extLst>
              <a:ext uri="{FF2B5EF4-FFF2-40B4-BE49-F238E27FC236}">
                <a16:creationId xmlns:a16="http://schemas.microsoft.com/office/drawing/2014/main" id="{F6BF98FB-9D64-41FD-862F-08A96CD9AFAB}"/>
              </a:ext>
            </a:extLst>
          </p:cNvPr>
          <p:cNvSpPr>
            <a:spLocks noGrp="1"/>
          </p:cNvSpPr>
          <p:nvPr>
            <p:ph type="ftr" sz="quarter" idx="11"/>
          </p:nvPr>
        </p:nvSpPr>
        <p:spPr/>
        <p:txBody>
          <a:bodyPr/>
          <a:lstStyle/>
          <a:p>
            <a:endParaRPr lang="en-UG"/>
          </a:p>
        </p:txBody>
      </p:sp>
      <p:sp>
        <p:nvSpPr>
          <p:cNvPr id="7" name="Slide Number Placeholder 6">
            <a:extLst>
              <a:ext uri="{FF2B5EF4-FFF2-40B4-BE49-F238E27FC236}">
                <a16:creationId xmlns:a16="http://schemas.microsoft.com/office/drawing/2014/main" id="{47D407E0-07F8-4CB2-92C9-84D9D933A943}"/>
              </a:ext>
            </a:extLst>
          </p:cNvPr>
          <p:cNvSpPr>
            <a:spLocks noGrp="1"/>
          </p:cNvSpPr>
          <p:nvPr>
            <p:ph type="sldNum" sz="quarter" idx="12"/>
          </p:nvPr>
        </p:nvSpPr>
        <p:spPr/>
        <p:txBody>
          <a:bodyPr/>
          <a:lstStyle/>
          <a:p>
            <a:fld id="{1C129D32-FFEF-4C78-805E-A59F4B0240A3}" type="slidenum">
              <a:rPr lang="en-UG" smtClean="0"/>
              <a:t>‹#›</a:t>
            </a:fld>
            <a:endParaRPr lang="en-UG"/>
          </a:p>
        </p:txBody>
      </p:sp>
    </p:spTree>
    <p:extLst>
      <p:ext uri="{BB962C8B-B14F-4D97-AF65-F5344CB8AC3E}">
        <p14:creationId xmlns:p14="http://schemas.microsoft.com/office/powerpoint/2010/main" val="30354693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A7604-FDF0-478D-8566-94C16F5EAD6E}"/>
              </a:ext>
            </a:extLst>
          </p:cNvPr>
          <p:cNvSpPr>
            <a:spLocks noGrp="1"/>
          </p:cNvSpPr>
          <p:nvPr>
            <p:ph type="title"/>
          </p:nvPr>
        </p:nvSpPr>
        <p:spPr>
          <a:xfrm>
            <a:off x="839788" y="365125"/>
            <a:ext cx="10515600" cy="1325563"/>
          </a:xfrm>
        </p:spPr>
        <p:txBody>
          <a:bodyPr/>
          <a:lstStyle/>
          <a:p>
            <a:r>
              <a:rPr lang="en-US"/>
              <a:t>Click to edit Master title style</a:t>
            </a:r>
            <a:endParaRPr lang="en-UG"/>
          </a:p>
        </p:txBody>
      </p:sp>
      <p:sp>
        <p:nvSpPr>
          <p:cNvPr id="3" name="Text Placeholder 2">
            <a:extLst>
              <a:ext uri="{FF2B5EF4-FFF2-40B4-BE49-F238E27FC236}">
                <a16:creationId xmlns:a16="http://schemas.microsoft.com/office/drawing/2014/main" id="{66A90E95-D1FF-4265-B70F-0DD4BBEBBAC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6F67B31-83E8-41DD-B740-0D5104AE66D8}"/>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5" name="Text Placeholder 4">
            <a:extLst>
              <a:ext uri="{FF2B5EF4-FFF2-40B4-BE49-F238E27FC236}">
                <a16:creationId xmlns:a16="http://schemas.microsoft.com/office/drawing/2014/main" id="{D8B7D9F8-507E-4E8E-9274-51BF5C7ADBD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4035ED1-AADB-46B8-A327-417893F03E19}"/>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7" name="Date Placeholder 6">
            <a:extLst>
              <a:ext uri="{FF2B5EF4-FFF2-40B4-BE49-F238E27FC236}">
                <a16:creationId xmlns:a16="http://schemas.microsoft.com/office/drawing/2014/main" id="{3A460CB0-CA88-4868-968B-534C4705166E}"/>
              </a:ext>
            </a:extLst>
          </p:cNvPr>
          <p:cNvSpPr>
            <a:spLocks noGrp="1"/>
          </p:cNvSpPr>
          <p:nvPr>
            <p:ph type="dt" sz="half" idx="10"/>
          </p:nvPr>
        </p:nvSpPr>
        <p:spPr/>
        <p:txBody>
          <a:bodyPr/>
          <a:lstStyle/>
          <a:p>
            <a:fld id="{A2FC28C8-7136-49D0-97EF-460572B252DF}" type="datetimeFigureOut">
              <a:rPr lang="en-UG" smtClean="0"/>
              <a:t>01/09/2025</a:t>
            </a:fld>
            <a:endParaRPr lang="en-UG"/>
          </a:p>
        </p:txBody>
      </p:sp>
      <p:sp>
        <p:nvSpPr>
          <p:cNvPr id="8" name="Footer Placeholder 7">
            <a:extLst>
              <a:ext uri="{FF2B5EF4-FFF2-40B4-BE49-F238E27FC236}">
                <a16:creationId xmlns:a16="http://schemas.microsoft.com/office/drawing/2014/main" id="{FFAE52A7-49AD-4D52-BECC-5EC01794A14D}"/>
              </a:ext>
            </a:extLst>
          </p:cNvPr>
          <p:cNvSpPr>
            <a:spLocks noGrp="1"/>
          </p:cNvSpPr>
          <p:nvPr>
            <p:ph type="ftr" sz="quarter" idx="11"/>
          </p:nvPr>
        </p:nvSpPr>
        <p:spPr/>
        <p:txBody>
          <a:bodyPr/>
          <a:lstStyle/>
          <a:p>
            <a:endParaRPr lang="en-UG"/>
          </a:p>
        </p:txBody>
      </p:sp>
      <p:sp>
        <p:nvSpPr>
          <p:cNvPr id="9" name="Slide Number Placeholder 8">
            <a:extLst>
              <a:ext uri="{FF2B5EF4-FFF2-40B4-BE49-F238E27FC236}">
                <a16:creationId xmlns:a16="http://schemas.microsoft.com/office/drawing/2014/main" id="{8A6AB24C-7C89-43C1-A858-B5E843D1D213}"/>
              </a:ext>
            </a:extLst>
          </p:cNvPr>
          <p:cNvSpPr>
            <a:spLocks noGrp="1"/>
          </p:cNvSpPr>
          <p:nvPr>
            <p:ph type="sldNum" sz="quarter" idx="12"/>
          </p:nvPr>
        </p:nvSpPr>
        <p:spPr/>
        <p:txBody>
          <a:bodyPr/>
          <a:lstStyle/>
          <a:p>
            <a:fld id="{1C129D32-FFEF-4C78-805E-A59F4B0240A3}" type="slidenum">
              <a:rPr lang="en-UG" smtClean="0"/>
              <a:t>‹#›</a:t>
            </a:fld>
            <a:endParaRPr lang="en-UG"/>
          </a:p>
        </p:txBody>
      </p:sp>
    </p:spTree>
    <p:extLst>
      <p:ext uri="{BB962C8B-B14F-4D97-AF65-F5344CB8AC3E}">
        <p14:creationId xmlns:p14="http://schemas.microsoft.com/office/powerpoint/2010/main" val="3262809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46297-B760-446A-85BB-0E17CA8B2F9A}"/>
              </a:ext>
            </a:extLst>
          </p:cNvPr>
          <p:cNvSpPr>
            <a:spLocks noGrp="1"/>
          </p:cNvSpPr>
          <p:nvPr>
            <p:ph type="title"/>
          </p:nvPr>
        </p:nvSpPr>
        <p:spPr/>
        <p:txBody>
          <a:bodyPr/>
          <a:lstStyle/>
          <a:p>
            <a:r>
              <a:rPr lang="en-US"/>
              <a:t>Click to edit Master title style</a:t>
            </a:r>
            <a:endParaRPr lang="en-UG"/>
          </a:p>
        </p:txBody>
      </p:sp>
      <p:sp>
        <p:nvSpPr>
          <p:cNvPr id="3" name="Date Placeholder 2">
            <a:extLst>
              <a:ext uri="{FF2B5EF4-FFF2-40B4-BE49-F238E27FC236}">
                <a16:creationId xmlns:a16="http://schemas.microsoft.com/office/drawing/2014/main" id="{386F9461-9061-42B1-B3AA-A4FA4350E499}"/>
              </a:ext>
            </a:extLst>
          </p:cNvPr>
          <p:cNvSpPr>
            <a:spLocks noGrp="1"/>
          </p:cNvSpPr>
          <p:nvPr>
            <p:ph type="dt" sz="half" idx="10"/>
          </p:nvPr>
        </p:nvSpPr>
        <p:spPr/>
        <p:txBody>
          <a:bodyPr/>
          <a:lstStyle/>
          <a:p>
            <a:fld id="{A2FC28C8-7136-49D0-97EF-460572B252DF}" type="datetimeFigureOut">
              <a:rPr lang="en-UG" smtClean="0"/>
              <a:t>01/09/2025</a:t>
            </a:fld>
            <a:endParaRPr lang="en-UG"/>
          </a:p>
        </p:txBody>
      </p:sp>
      <p:sp>
        <p:nvSpPr>
          <p:cNvPr id="4" name="Footer Placeholder 3">
            <a:extLst>
              <a:ext uri="{FF2B5EF4-FFF2-40B4-BE49-F238E27FC236}">
                <a16:creationId xmlns:a16="http://schemas.microsoft.com/office/drawing/2014/main" id="{66FDDCB4-7B39-4335-B8FF-002D9F60FA33}"/>
              </a:ext>
            </a:extLst>
          </p:cNvPr>
          <p:cNvSpPr>
            <a:spLocks noGrp="1"/>
          </p:cNvSpPr>
          <p:nvPr>
            <p:ph type="ftr" sz="quarter" idx="11"/>
          </p:nvPr>
        </p:nvSpPr>
        <p:spPr/>
        <p:txBody>
          <a:bodyPr/>
          <a:lstStyle/>
          <a:p>
            <a:endParaRPr lang="en-UG"/>
          </a:p>
        </p:txBody>
      </p:sp>
      <p:sp>
        <p:nvSpPr>
          <p:cNvPr id="5" name="Slide Number Placeholder 4">
            <a:extLst>
              <a:ext uri="{FF2B5EF4-FFF2-40B4-BE49-F238E27FC236}">
                <a16:creationId xmlns:a16="http://schemas.microsoft.com/office/drawing/2014/main" id="{0F26F761-2B7C-4BAD-916C-46BB722A897B}"/>
              </a:ext>
            </a:extLst>
          </p:cNvPr>
          <p:cNvSpPr>
            <a:spLocks noGrp="1"/>
          </p:cNvSpPr>
          <p:nvPr>
            <p:ph type="sldNum" sz="quarter" idx="12"/>
          </p:nvPr>
        </p:nvSpPr>
        <p:spPr/>
        <p:txBody>
          <a:bodyPr/>
          <a:lstStyle/>
          <a:p>
            <a:fld id="{1C129D32-FFEF-4C78-805E-A59F4B0240A3}" type="slidenum">
              <a:rPr lang="en-UG" smtClean="0"/>
              <a:t>‹#›</a:t>
            </a:fld>
            <a:endParaRPr lang="en-UG"/>
          </a:p>
        </p:txBody>
      </p:sp>
    </p:spTree>
    <p:extLst>
      <p:ext uri="{BB962C8B-B14F-4D97-AF65-F5344CB8AC3E}">
        <p14:creationId xmlns:p14="http://schemas.microsoft.com/office/powerpoint/2010/main" val="6981704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39BD4BD-EC4D-4337-9731-CCB75F7742F1}"/>
              </a:ext>
            </a:extLst>
          </p:cNvPr>
          <p:cNvSpPr>
            <a:spLocks noGrp="1"/>
          </p:cNvSpPr>
          <p:nvPr>
            <p:ph type="dt" sz="half" idx="10"/>
          </p:nvPr>
        </p:nvSpPr>
        <p:spPr/>
        <p:txBody>
          <a:bodyPr/>
          <a:lstStyle/>
          <a:p>
            <a:fld id="{A2FC28C8-7136-49D0-97EF-460572B252DF}" type="datetimeFigureOut">
              <a:rPr lang="en-UG" smtClean="0"/>
              <a:t>01/09/2025</a:t>
            </a:fld>
            <a:endParaRPr lang="en-UG"/>
          </a:p>
        </p:txBody>
      </p:sp>
      <p:sp>
        <p:nvSpPr>
          <p:cNvPr id="3" name="Footer Placeholder 2">
            <a:extLst>
              <a:ext uri="{FF2B5EF4-FFF2-40B4-BE49-F238E27FC236}">
                <a16:creationId xmlns:a16="http://schemas.microsoft.com/office/drawing/2014/main" id="{3A120EC1-F822-40BC-BC9F-B1D1F8944319}"/>
              </a:ext>
            </a:extLst>
          </p:cNvPr>
          <p:cNvSpPr>
            <a:spLocks noGrp="1"/>
          </p:cNvSpPr>
          <p:nvPr>
            <p:ph type="ftr" sz="quarter" idx="11"/>
          </p:nvPr>
        </p:nvSpPr>
        <p:spPr/>
        <p:txBody>
          <a:bodyPr/>
          <a:lstStyle/>
          <a:p>
            <a:endParaRPr lang="en-UG"/>
          </a:p>
        </p:txBody>
      </p:sp>
      <p:sp>
        <p:nvSpPr>
          <p:cNvPr id="4" name="Slide Number Placeholder 3">
            <a:extLst>
              <a:ext uri="{FF2B5EF4-FFF2-40B4-BE49-F238E27FC236}">
                <a16:creationId xmlns:a16="http://schemas.microsoft.com/office/drawing/2014/main" id="{39B17B8C-E45C-48BB-BE3E-AE23AE3F339C}"/>
              </a:ext>
            </a:extLst>
          </p:cNvPr>
          <p:cNvSpPr>
            <a:spLocks noGrp="1"/>
          </p:cNvSpPr>
          <p:nvPr>
            <p:ph type="sldNum" sz="quarter" idx="12"/>
          </p:nvPr>
        </p:nvSpPr>
        <p:spPr/>
        <p:txBody>
          <a:bodyPr/>
          <a:lstStyle/>
          <a:p>
            <a:fld id="{1C129D32-FFEF-4C78-805E-A59F4B0240A3}" type="slidenum">
              <a:rPr lang="en-UG" smtClean="0"/>
              <a:t>‹#›</a:t>
            </a:fld>
            <a:endParaRPr lang="en-UG"/>
          </a:p>
        </p:txBody>
      </p:sp>
    </p:spTree>
    <p:extLst>
      <p:ext uri="{BB962C8B-B14F-4D97-AF65-F5344CB8AC3E}">
        <p14:creationId xmlns:p14="http://schemas.microsoft.com/office/powerpoint/2010/main" val="16644090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271F9-F247-4A54-ADA7-5B9878A047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G"/>
          </a:p>
        </p:txBody>
      </p:sp>
      <p:sp>
        <p:nvSpPr>
          <p:cNvPr id="3" name="Content Placeholder 2">
            <a:extLst>
              <a:ext uri="{FF2B5EF4-FFF2-40B4-BE49-F238E27FC236}">
                <a16:creationId xmlns:a16="http://schemas.microsoft.com/office/drawing/2014/main" id="{6F177FA1-A2DF-4AF8-8A3B-C7DA6B71454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4" name="Text Placeholder 3">
            <a:extLst>
              <a:ext uri="{FF2B5EF4-FFF2-40B4-BE49-F238E27FC236}">
                <a16:creationId xmlns:a16="http://schemas.microsoft.com/office/drawing/2014/main" id="{CB566DDD-C0FC-4F0C-A225-D37BFBC3BD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AD6AC4B-6348-4FA8-B0BB-3FCD69EE5B6C}"/>
              </a:ext>
            </a:extLst>
          </p:cNvPr>
          <p:cNvSpPr>
            <a:spLocks noGrp="1"/>
          </p:cNvSpPr>
          <p:nvPr>
            <p:ph type="dt" sz="half" idx="10"/>
          </p:nvPr>
        </p:nvSpPr>
        <p:spPr/>
        <p:txBody>
          <a:bodyPr/>
          <a:lstStyle/>
          <a:p>
            <a:fld id="{A2FC28C8-7136-49D0-97EF-460572B252DF}" type="datetimeFigureOut">
              <a:rPr lang="en-UG" smtClean="0"/>
              <a:t>01/09/2025</a:t>
            </a:fld>
            <a:endParaRPr lang="en-UG"/>
          </a:p>
        </p:txBody>
      </p:sp>
      <p:sp>
        <p:nvSpPr>
          <p:cNvPr id="6" name="Footer Placeholder 5">
            <a:extLst>
              <a:ext uri="{FF2B5EF4-FFF2-40B4-BE49-F238E27FC236}">
                <a16:creationId xmlns:a16="http://schemas.microsoft.com/office/drawing/2014/main" id="{6DC61AEB-DE40-4102-97B5-FC113CAD59D2}"/>
              </a:ext>
            </a:extLst>
          </p:cNvPr>
          <p:cNvSpPr>
            <a:spLocks noGrp="1"/>
          </p:cNvSpPr>
          <p:nvPr>
            <p:ph type="ftr" sz="quarter" idx="11"/>
          </p:nvPr>
        </p:nvSpPr>
        <p:spPr/>
        <p:txBody>
          <a:bodyPr/>
          <a:lstStyle/>
          <a:p>
            <a:endParaRPr lang="en-UG"/>
          </a:p>
        </p:txBody>
      </p:sp>
      <p:sp>
        <p:nvSpPr>
          <p:cNvPr id="7" name="Slide Number Placeholder 6">
            <a:extLst>
              <a:ext uri="{FF2B5EF4-FFF2-40B4-BE49-F238E27FC236}">
                <a16:creationId xmlns:a16="http://schemas.microsoft.com/office/drawing/2014/main" id="{64500289-C6F1-42E7-BCCC-D7622E445CE2}"/>
              </a:ext>
            </a:extLst>
          </p:cNvPr>
          <p:cNvSpPr>
            <a:spLocks noGrp="1"/>
          </p:cNvSpPr>
          <p:nvPr>
            <p:ph type="sldNum" sz="quarter" idx="12"/>
          </p:nvPr>
        </p:nvSpPr>
        <p:spPr/>
        <p:txBody>
          <a:bodyPr/>
          <a:lstStyle/>
          <a:p>
            <a:fld id="{1C129D32-FFEF-4C78-805E-A59F4B0240A3}" type="slidenum">
              <a:rPr lang="en-UG" smtClean="0"/>
              <a:t>‹#›</a:t>
            </a:fld>
            <a:endParaRPr lang="en-UG"/>
          </a:p>
        </p:txBody>
      </p:sp>
    </p:spTree>
    <p:extLst>
      <p:ext uri="{BB962C8B-B14F-4D97-AF65-F5344CB8AC3E}">
        <p14:creationId xmlns:p14="http://schemas.microsoft.com/office/powerpoint/2010/main" val="10930734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3E2A-6B79-4AFE-98C8-BE0009C38E3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G"/>
          </a:p>
        </p:txBody>
      </p:sp>
      <p:sp>
        <p:nvSpPr>
          <p:cNvPr id="3" name="Picture Placeholder 2">
            <a:extLst>
              <a:ext uri="{FF2B5EF4-FFF2-40B4-BE49-F238E27FC236}">
                <a16:creationId xmlns:a16="http://schemas.microsoft.com/office/drawing/2014/main" id="{5FC8695E-7D15-462C-9090-09C477C7D4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G"/>
          </a:p>
        </p:txBody>
      </p:sp>
      <p:sp>
        <p:nvSpPr>
          <p:cNvPr id="4" name="Text Placeholder 3">
            <a:extLst>
              <a:ext uri="{FF2B5EF4-FFF2-40B4-BE49-F238E27FC236}">
                <a16:creationId xmlns:a16="http://schemas.microsoft.com/office/drawing/2014/main" id="{477CA017-06A9-487A-BBE6-033F5311CF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1DA3F12-743A-418F-B15B-1B6CB611E97C}"/>
              </a:ext>
            </a:extLst>
          </p:cNvPr>
          <p:cNvSpPr>
            <a:spLocks noGrp="1"/>
          </p:cNvSpPr>
          <p:nvPr>
            <p:ph type="dt" sz="half" idx="10"/>
          </p:nvPr>
        </p:nvSpPr>
        <p:spPr/>
        <p:txBody>
          <a:bodyPr/>
          <a:lstStyle/>
          <a:p>
            <a:fld id="{A2FC28C8-7136-49D0-97EF-460572B252DF}" type="datetimeFigureOut">
              <a:rPr lang="en-UG" smtClean="0"/>
              <a:t>01/09/2025</a:t>
            </a:fld>
            <a:endParaRPr lang="en-UG"/>
          </a:p>
        </p:txBody>
      </p:sp>
      <p:sp>
        <p:nvSpPr>
          <p:cNvPr id="6" name="Footer Placeholder 5">
            <a:extLst>
              <a:ext uri="{FF2B5EF4-FFF2-40B4-BE49-F238E27FC236}">
                <a16:creationId xmlns:a16="http://schemas.microsoft.com/office/drawing/2014/main" id="{DFC2B16C-7BF4-4E00-932A-DEB78053DA70}"/>
              </a:ext>
            </a:extLst>
          </p:cNvPr>
          <p:cNvSpPr>
            <a:spLocks noGrp="1"/>
          </p:cNvSpPr>
          <p:nvPr>
            <p:ph type="ftr" sz="quarter" idx="11"/>
          </p:nvPr>
        </p:nvSpPr>
        <p:spPr/>
        <p:txBody>
          <a:bodyPr/>
          <a:lstStyle/>
          <a:p>
            <a:endParaRPr lang="en-UG"/>
          </a:p>
        </p:txBody>
      </p:sp>
      <p:sp>
        <p:nvSpPr>
          <p:cNvPr id="7" name="Slide Number Placeholder 6">
            <a:extLst>
              <a:ext uri="{FF2B5EF4-FFF2-40B4-BE49-F238E27FC236}">
                <a16:creationId xmlns:a16="http://schemas.microsoft.com/office/drawing/2014/main" id="{72A1FBA0-E3D5-4290-8CCE-D9CA444B3FD3}"/>
              </a:ext>
            </a:extLst>
          </p:cNvPr>
          <p:cNvSpPr>
            <a:spLocks noGrp="1"/>
          </p:cNvSpPr>
          <p:nvPr>
            <p:ph type="sldNum" sz="quarter" idx="12"/>
          </p:nvPr>
        </p:nvSpPr>
        <p:spPr/>
        <p:txBody>
          <a:bodyPr/>
          <a:lstStyle/>
          <a:p>
            <a:fld id="{1C129D32-FFEF-4C78-805E-A59F4B0240A3}" type="slidenum">
              <a:rPr lang="en-UG" smtClean="0"/>
              <a:t>‹#›</a:t>
            </a:fld>
            <a:endParaRPr lang="en-UG"/>
          </a:p>
        </p:txBody>
      </p:sp>
    </p:spTree>
    <p:extLst>
      <p:ext uri="{BB962C8B-B14F-4D97-AF65-F5344CB8AC3E}">
        <p14:creationId xmlns:p14="http://schemas.microsoft.com/office/powerpoint/2010/main" val="6118012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8CC0A-977E-428B-84C5-2F0D45EF85BE}"/>
              </a:ext>
            </a:extLst>
          </p:cNvPr>
          <p:cNvSpPr>
            <a:spLocks noGrp="1"/>
          </p:cNvSpPr>
          <p:nvPr>
            <p:ph type="title"/>
          </p:nvPr>
        </p:nvSpPr>
        <p:spPr/>
        <p:txBody>
          <a:bodyPr/>
          <a:lstStyle/>
          <a:p>
            <a:r>
              <a:rPr lang="en-US"/>
              <a:t>Click to edit Master title style</a:t>
            </a:r>
            <a:endParaRPr lang="en-UG"/>
          </a:p>
        </p:txBody>
      </p:sp>
      <p:sp>
        <p:nvSpPr>
          <p:cNvPr id="3" name="Vertical Text Placeholder 2">
            <a:extLst>
              <a:ext uri="{FF2B5EF4-FFF2-40B4-BE49-F238E27FC236}">
                <a16:creationId xmlns:a16="http://schemas.microsoft.com/office/drawing/2014/main" id="{FA802483-3281-4696-B5CF-E3EE5A223543}"/>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4" name="Date Placeholder 3">
            <a:extLst>
              <a:ext uri="{FF2B5EF4-FFF2-40B4-BE49-F238E27FC236}">
                <a16:creationId xmlns:a16="http://schemas.microsoft.com/office/drawing/2014/main" id="{00002E50-14CD-44A2-A42C-E903D64F936F}"/>
              </a:ext>
            </a:extLst>
          </p:cNvPr>
          <p:cNvSpPr>
            <a:spLocks noGrp="1"/>
          </p:cNvSpPr>
          <p:nvPr>
            <p:ph type="dt" sz="half" idx="10"/>
          </p:nvPr>
        </p:nvSpPr>
        <p:spPr/>
        <p:txBody>
          <a:bodyPr/>
          <a:lstStyle/>
          <a:p>
            <a:fld id="{A2FC28C8-7136-49D0-97EF-460572B252DF}" type="datetimeFigureOut">
              <a:rPr lang="en-UG" smtClean="0"/>
              <a:t>01/09/2025</a:t>
            </a:fld>
            <a:endParaRPr lang="en-UG"/>
          </a:p>
        </p:txBody>
      </p:sp>
      <p:sp>
        <p:nvSpPr>
          <p:cNvPr id="5" name="Footer Placeholder 4">
            <a:extLst>
              <a:ext uri="{FF2B5EF4-FFF2-40B4-BE49-F238E27FC236}">
                <a16:creationId xmlns:a16="http://schemas.microsoft.com/office/drawing/2014/main" id="{39230701-1765-43E4-B65A-BA7E31192E1E}"/>
              </a:ext>
            </a:extLst>
          </p:cNvPr>
          <p:cNvSpPr>
            <a:spLocks noGrp="1"/>
          </p:cNvSpPr>
          <p:nvPr>
            <p:ph type="ftr" sz="quarter" idx="11"/>
          </p:nvPr>
        </p:nvSpPr>
        <p:spPr/>
        <p:txBody>
          <a:bodyPr/>
          <a:lstStyle/>
          <a:p>
            <a:endParaRPr lang="en-UG"/>
          </a:p>
        </p:txBody>
      </p:sp>
      <p:sp>
        <p:nvSpPr>
          <p:cNvPr id="6" name="Slide Number Placeholder 5">
            <a:extLst>
              <a:ext uri="{FF2B5EF4-FFF2-40B4-BE49-F238E27FC236}">
                <a16:creationId xmlns:a16="http://schemas.microsoft.com/office/drawing/2014/main" id="{1AC15F62-BBC2-44A0-8595-1CF6A6900F9D}"/>
              </a:ext>
            </a:extLst>
          </p:cNvPr>
          <p:cNvSpPr>
            <a:spLocks noGrp="1"/>
          </p:cNvSpPr>
          <p:nvPr>
            <p:ph type="sldNum" sz="quarter" idx="12"/>
          </p:nvPr>
        </p:nvSpPr>
        <p:spPr/>
        <p:txBody>
          <a:bodyPr/>
          <a:lstStyle/>
          <a:p>
            <a:fld id="{1C129D32-FFEF-4C78-805E-A59F4B0240A3}" type="slidenum">
              <a:rPr lang="en-UG" smtClean="0"/>
              <a:t>‹#›</a:t>
            </a:fld>
            <a:endParaRPr lang="en-UG"/>
          </a:p>
        </p:txBody>
      </p:sp>
    </p:spTree>
    <p:extLst>
      <p:ext uri="{BB962C8B-B14F-4D97-AF65-F5344CB8AC3E}">
        <p14:creationId xmlns:p14="http://schemas.microsoft.com/office/powerpoint/2010/main" val="18379007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37CCB6A-764B-4E3B-A7F2-62653EE4920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UG"/>
          </a:p>
        </p:txBody>
      </p:sp>
      <p:sp>
        <p:nvSpPr>
          <p:cNvPr id="3" name="Vertical Text Placeholder 2">
            <a:extLst>
              <a:ext uri="{FF2B5EF4-FFF2-40B4-BE49-F238E27FC236}">
                <a16:creationId xmlns:a16="http://schemas.microsoft.com/office/drawing/2014/main" id="{4FBD823A-28DB-477D-B54C-CF21FA578FE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4" name="Date Placeholder 3">
            <a:extLst>
              <a:ext uri="{FF2B5EF4-FFF2-40B4-BE49-F238E27FC236}">
                <a16:creationId xmlns:a16="http://schemas.microsoft.com/office/drawing/2014/main" id="{708E37F2-3608-46A8-9AF0-E76910EC2FC1}"/>
              </a:ext>
            </a:extLst>
          </p:cNvPr>
          <p:cNvSpPr>
            <a:spLocks noGrp="1"/>
          </p:cNvSpPr>
          <p:nvPr>
            <p:ph type="dt" sz="half" idx="10"/>
          </p:nvPr>
        </p:nvSpPr>
        <p:spPr/>
        <p:txBody>
          <a:bodyPr/>
          <a:lstStyle/>
          <a:p>
            <a:fld id="{A2FC28C8-7136-49D0-97EF-460572B252DF}" type="datetimeFigureOut">
              <a:rPr lang="en-UG" smtClean="0"/>
              <a:t>01/09/2025</a:t>
            </a:fld>
            <a:endParaRPr lang="en-UG"/>
          </a:p>
        </p:txBody>
      </p:sp>
      <p:sp>
        <p:nvSpPr>
          <p:cNvPr id="5" name="Footer Placeholder 4">
            <a:extLst>
              <a:ext uri="{FF2B5EF4-FFF2-40B4-BE49-F238E27FC236}">
                <a16:creationId xmlns:a16="http://schemas.microsoft.com/office/drawing/2014/main" id="{DA1E9633-3C2C-4667-9A76-FF1DC3323407}"/>
              </a:ext>
            </a:extLst>
          </p:cNvPr>
          <p:cNvSpPr>
            <a:spLocks noGrp="1"/>
          </p:cNvSpPr>
          <p:nvPr>
            <p:ph type="ftr" sz="quarter" idx="11"/>
          </p:nvPr>
        </p:nvSpPr>
        <p:spPr/>
        <p:txBody>
          <a:bodyPr/>
          <a:lstStyle/>
          <a:p>
            <a:endParaRPr lang="en-UG"/>
          </a:p>
        </p:txBody>
      </p:sp>
      <p:sp>
        <p:nvSpPr>
          <p:cNvPr id="6" name="Slide Number Placeholder 5">
            <a:extLst>
              <a:ext uri="{FF2B5EF4-FFF2-40B4-BE49-F238E27FC236}">
                <a16:creationId xmlns:a16="http://schemas.microsoft.com/office/drawing/2014/main" id="{1E6F587D-C25B-4074-8F96-CBFBA3154622}"/>
              </a:ext>
            </a:extLst>
          </p:cNvPr>
          <p:cNvSpPr>
            <a:spLocks noGrp="1"/>
          </p:cNvSpPr>
          <p:nvPr>
            <p:ph type="sldNum" sz="quarter" idx="12"/>
          </p:nvPr>
        </p:nvSpPr>
        <p:spPr/>
        <p:txBody>
          <a:bodyPr/>
          <a:lstStyle/>
          <a:p>
            <a:fld id="{1C129D32-FFEF-4C78-805E-A59F4B0240A3}" type="slidenum">
              <a:rPr lang="en-UG" smtClean="0"/>
              <a:t>‹#›</a:t>
            </a:fld>
            <a:endParaRPr lang="en-UG"/>
          </a:p>
        </p:txBody>
      </p:sp>
    </p:spTree>
    <p:extLst>
      <p:ext uri="{BB962C8B-B14F-4D97-AF65-F5344CB8AC3E}">
        <p14:creationId xmlns:p14="http://schemas.microsoft.com/office/powerpoint/2010/main" val="17093685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8E7D86-13FA-456E-A84C-297FA16ABF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G"/>
          </a:p>
        </p:txBody>
      </p:sp>
      <p:sp>
        <p:nvSpPr>
          <p:cNvPr id="3" name="Text Placeholder 2">
            <a:extLst>
              <a:ext uri="{FF2B5EF4-FFF2-40B4-BE49-F238E27FC236}">
                <a16:creationId xmlns:a16="http://schemas.microsoft.com/office/drawing/2014/main" id="{90716AB7-ACBD-4545-AFB1-8FAE452BF6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4" name="Date Placeholder 3">
            <a:extLst>
              <a:ext uri="{FF2B5EF4-FFF2-40B4-BE49-F238E27FC236}">
                <a16:creationId xmlns:a16="http://schemas.microsoft.com/office/drawing/2014/main" id="{2CCD5B2D-0C0A-4F5A-A716-52601FEF40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FC28C8-7136-49D0-97EF-460572B252DF}" type="datetimeFigureOut">
              <a:rPr lang="en-UG" smtClean="0"/>
              <a:t>01/09/2025</a:t>
            </a:fld>
            <a:endParaRPr lang="en-UG"/>
          </a:p>
        </p:txBody>
      </p:sp>
      <p:sp>
        <p:nvSpPr>
          <p:cNvPr id="5" name="Footer Placeholder 4">
            <a:extLst>
              <a:ext uri="{FF2B5EF4-FFF2-40B4-BE49-F238E27FC236}">
                <a16:creationId xmlns:a16="http://schemas.microsoft.com/office/drawing/2014/main" id="{3495B023-A9EC-43CB-982B-888E06502C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G"/>
          </a:p>
        </p:txBody>
      </p:sp>
      <p:sp>
        <p:nvSpPr>
          <p:cNvPr id="6" name="Slide Number Placeholder 5">
            <a:extLst>
              <a:ext uri="{FF2B5EF4-FFF2-40B4-BE49-F238E27FC236}">
                <a16:creationId xmlns:a16="http://schemas.microsoft.com/office/drawing/2014/main" id="{21D38FFD-071A-42A9-AE06-A4B214E8FE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C129D32-FFEF-4C78-805E-A59F4B0240A3}" type="slidenum">
              <a:rPr lang="en-UG" smtClean="0"/>
              <a:t>‹#›</a:t>
            </a:fld>
            <a:endParaRPr lang="en-UG"/>
          </a:p>
        </p:txBody>
      </p:sp>
    </p:spTree>
    <p:extLst>
      <p:ext uri="{BB962C8B-B14F-4D97-AF65-F5344CB8AC3E}">
        <p14:creationId xmlns:p14="http://schemas.microsoft.com/office/powerpoint/2010/main" val="10132819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673E1-4C49-4208-8901-46846723AE2B}"/>
              </a:ext>
            </a:extLst>
          </p:cNvPr>
          <p:cNvSpPr>
            <a:spLocks noGrp="1"/>
          </p:cNvSpPr>
          <p:nvPr>
            <p:ph type="ctrTitle"/>
          </p:nvPr>
        </p:nvSpPr>
        <p:spPr/>
        <p:txBody>
          <a:bodyPr>
            <a:normAutofit fontScale="90000"/>
          </a:bodyPr>
          <a:lstStyle/>
          <a:p>
            <a:r>
              <a:rPr lang="en-US" sz="4000" b="1" dirty="0"/>
              <a:t>Course Name: Botany and Plant Physiology</a:t>
            </a:r>
            <a:br>
              <a:rPr lang="en-UG" sz="4000" dirty="0"/>
            </a:br>
            <a:r>
              <a:rPr lang="en-US" sz="4000" b="1" dirty="0"/>
              <a:t>Course Code</a:t>
            </a:r>
            <a:r>
              <a:rPr lang="en-US" sz="4000" b="1"/>
              <a:t>:   AGR1105/ENV1104/DENV1104</a:t>
            </a:r>
            <a:br>
              <a:rPr lang="en-UG" dirty="0"/>
            </a:br>
            <a:endParaRPr lang="en-UG" dirty="0"/>
          </a:p>
        </p:txBody>
      </p:sp>
      <p:sp>
        <p:nvSpPr>
          <p:cNvPr id="3" name="Subtitle 2">
            <a:extLst>
              <a:ext uri="{FF2B5EF4-FFF2-40B4-BE49-F238E27FC236}">
                <a16:creationId xmlns:a16="http://schemas.microsoft.com/office/drawing/2014/main" id="{694B7F7C-E6B7-4B40-875D-F08E3638DEF7}"/>
              </a:ext>
            </a:extLst>
          </p:cNvPr>
          <p:cNvSpPr>
            <a:spLocks noGrp="1"/>
          </p:cNvSpPr>
          <p:nvPr>
            <p:ph type="subTitle" idx="1"/>
          </p:nvPr>
        </p:nvSpPr>
        <p:spPr/>
        <p:txBody>
          <a:bodyPr/>
          <a:lstStyle/>
          <a:p>
            <a:r>
              <a:rPr lang="en-US" dirty="0"/>
              <a:t>Dr. AKATWIJUKA ROGERS</a:t>
            </a:r>
          </a:p>
          <a:p>
            <a:r>
              <a:rPr lang="en-US" dirty="0"/>
              <a:t>1</a:t>
            </a:r>
            <a:r>
              <a:rPr lang="en-US" baseline="30000" dirty="0"/>
              <a:t>ST</a:t>
            </a:r>
            <a:r>
              <a:rPr lang="en-US" dirty="0"/>
              <a:t> SEPTEMBER 2025</a:t>
            </a:r>
            <a:endParaRPr lang="en-UG" dirty="0"/>
          </a:p>
        </p:txBody>
      </p:sp>
    </p:spTree>
    <p:extLst>
      <p:ext uri="{BB962C8B-B14F-4D97-AF65-F5344CB8AC3E}">
        <p14:creationId xmlns:p14="http://schemas.microsoft.com/office/powerpoint/2010/main" val="22966038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3B351-703B-49E2-8BA4-FE0FAC67AA50}"/>
              </a:ext>
            </a:extLst>
          </p:cNvPr>
          <p:cNvSpPr>
            <a:spLocks noGrp="1"/>
          </p:cNvSpPr>
          <p:nvPr>
            <p:ph type="title"/>
          </p:nvPr>
        </p:nvSpPr>
        <p:spPr/>
        <p:txBody>
          <a:bodyPr/>
          <a:lstStyle/>
          <a:p>
            <a:endParaRPr lang="en-UG"/>
          </a:p>
        </p:txBody>
      </p:sp>
      <p:sp>
        <p:nvSpPr>
          <p:cNvPr id="3" name="Content Placeholder 2">
            <a:extLst>
              <a:ext uri="{FF2B5EF4-FFF2-40B4-BE49-F238E27FC236}">
                <a16:creationId xmlns:a16="http://schemas.microsoft.com/office/drawing/2014/main" id="{DD9DCB57-051E-48B6-8BB7-6628DFB3FBC1}"/>
              </a:ext>
            </a:extLst>
          </p:cNvPr>
          <p:cNvSpPr>
            <a:spLocks noGrp="1"/>
          </p:cNvSpPr>
          <p:nvPr>
            <p:ph idx="1"/>
          </p:nvPr>
        </p:nvSpPr>
        <p:spPr/>
        <p:txBody>
          <a:bodyPr/>
          <a:lstStyle/>
          <a:p>
            <a:pPr algn="just">
              <a:lnSpc>
                <a:spcPct val="150000"/>
              </a:lnSpc>
            </a:pPr>
            <a:r>
              <a:rPr lang="en-US" dirty="0"/>
              <a:t>Agricultural Botany is a fundamental subject in the fields of Agriculture and Environmental Sciences. It provides the scientific foundation for understanding how plants grow, develop, reproduce, and interact with their environment. The knowledge gained in agricultural botany helps improve crop yields, conserve biodiversity, and sustainably manage natural resources.</a:t>
            </a:r>
            <a:endParaRPr lang="en-UG" dirty="0"/>
          </a:p>
        </p:txBody>
      </p:sp>
    </p:spTree>
    <p:extLst>
      <p:ext uri="{BB962C8B-B14F-4D97-AF65-F5344CB8AC3E}">
        <p14:creationId xmlns:p14="http://schemas.microsoft.com/office/powerpoint/2010/main" val="18684652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4C585-230F-4ACF-933A-44121A690989}"/>
              </a:ext>
            </a:extLst>
          </p:cNvPr>
          <p:cNvSpPr>
            <a:spLocks noGrp="1"/>
          </p:cNvSpPr>
          <p:nvPr>
            <p:ph type="title"/>
          </p:nvPr>
        </p:nvSpPr>
        <p:spPr/>
        <p:txBody>
          <a:bodyPr/>
          <a:lstStyle/>
          <a:p>
            <a:endParaRPr lang="en-UG"/>
          </a:p>
        </p:txBody>
      </p:sp>
      <p:sp>
        <p:nvSpPr>
          <p:cNvPr id="3" name="Content Placeholder 2">
            <a:extLst>
              <a:ext uri="{FF2B5EF4-FFF2-40B4-BE49-F238E27FC236}">
                <a16:creationId xmlns:a16="http://schemas.microsoft.com/office/drawing/2014/main" id="{88331753-B209-4D23-B023-AA70CCE3AC12}"/>
              </a:ext>
            </a:extLst>
          </p:cNvPr>
          <p:cNvSpPr>
            <a:spLocks noGrp="1"/>
          </p:cNvSpPr>
          <p:nvPr>
            <p:ph idx="1"/>
          </p:nvPr>
        </p:nvSpPr>
        <p:spPr/>
        <p:txBody>
          <a:bodyPr/>
          <a:lstStyle/>
          <a:p>
            <a:pPr algn="just">
              <a:lnSpc>
                <a:spcPct val="150000"/>
              </a:lnSpc>
            </a:pPr>
            <a:r>
              <a:rPr lang="en-US" b="1" dirty="0"/>
              <a:t>Environmental Botany</a:t>
            </a:r>
            <a:r>
              <a:rPr lang="en-US" dirty="0"/>
              <a:t> is the </a:t>
            </a:r>
            <a:r>
              <a:rPr lang="en-US" b="1" dirty="0"/>
              <a:t>scientific study of plants</a:t>
            </a:r>
            <a:r>
              <a:rPr lang="en-US" dirty="0"/>
              <a:t> in the context of their </a:t>
            </a:r>
            <a:r>
              <a:rPr lang="en-US" b="1" dirty="0"/>
              <a:t>natural environments</a:t>
            </a:r>
            <a:r>
              <a:rPr lang="en-US" dirty="0"/>
              <a:t>, with a focus on their </a:t>
            </a:r>
            <a:r>
              <a:rPr lang="en-US" b="1" dirty="0"/>
              <a:t>ecological roles</a:t>
            </a:r>
            <a:r>
              <a:rPr lang="en-US" dirty="0"/>
              <a:t>, </a:t>
            </a:r>
            <a:r>
              <a:rPr lang="en-US" b="1" dirty="0"/>
              <a:t>adaptations</a:t>
            </a:r>
            <a:r>
              <a:rPr lang="en-US" dirty="0"/>
              <a:t>, and </a:t>
            </a:r>
            <a:r>
              <a:rPr lang="en-US" b="1" dirty="0"/>
              <a:t>responses to environmental changes.</a:t>
            </a:r>
            <a:endParaRPr lang="en-US" dirty="0"/>
          </a:p>
          <a:p>
            <a:pPr algn="just">
              <a:lnSpc>
                <a:spcPct val="150000"/>
              </a:lnSpc>
            </a:pPr>
            <a:r>
              <a:rPr lang="en-US" dirty="0"/>
              <a:t>It integrates </a:t>
            </a:r>
            <a:r>
              <a:rPr lang="en-US" b="1" dirty="0"/>
              <a:t>botany, ecology, environmental science, and conservation biology</a:t>
            </a:r>
            <a:r>
              <a:rPr lang="en-US" dirty="0"/>
              <a:t>.</a:t>
            </a:r>
          </a:p>
          <a:p>
            <a:endParaRPr lang="en-UG" dirty="0"/>
          </a:p>
        </p:txBody>
      </p:sp>
    </p:spTree>
    <p:extLst>
      <p:ext uri="{BB962C8B-B14F-4D97-AF65-F5344CB8AC3E}">
        <p14:creationId xmlns:p14="http://schemas.microsoft.com/office/powerpoint/2010/main" val="37473683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EDB5B-4AF0-40F4-BC64-B6A307C0A8DF}"/>
              </a:ext>
            </a:extLst>
          </p:cNvPr>
          <p:cNvSpPr>
            <a:spLocks noGrp="1"/>
          </p:cNvSpPr>
          <p:nvPr>
            <p:ph type="title"/>
          </p:nvPr>
        </p:nvSpPr>
        <p:spPr/>
        <p:txBody>
          <a:bodyPr/>
          <a:lstStyle/>
          <a:p>
            <a:endParaRPr lang="en-UG"/>
          </a:p>
        </p:txBody>
      </p:sp>
      <p:sp>
        <p:nvSpPr>
          <p:cNvPr id="3" name="Content Placeholder 2">
            <a:extLst>
              <a:ext uri="{FF2B5EF4-FFF2-40B4-BE49-F238E27FC236}">
                <a16:creationId xmlns:a16="http://schemas.microsoft.com/office/drawing/2014/main" id="{23F3141A-71C7-4B53-A700-8C0F08418FDF}"/>
              </a:ext>
            </a:extLst>
          </p:cNvPr>
          <p:cNvSpPr>
            <a:spLocks noGrp="1"/>
          </p:cNvSpPr>
          <p:nvPr>
            <p:ph idx="1"/>
          </p:nvPr>
        </p:nvSpPr>
        <p:spPr/>
        <p:txBody>
          <a:bodyPr/>
          <a:lstStyle/>
          <a:p>
            <a:r>
              <a:rPr lang="en-US" b="1" dirty="0"/>
              <a:t>Botany</a:t>
            </a:r>
            <a:r>
              <a:rPr lang="en-US" dirty="0"/>
              <a:t> is a branch of biology that deals with the </a:t>
            </a:r>
            <a:r>
              <a:rPr lang="en-US" b="1" dirty="0"/>
              <a:t>scientific study of plants</a:t>
            </a:r>
            <a:r>
              <a:rPr lang="en-US" dirty="0"/>
              <a:t>, including their </a:t>
            </a:r>
            <a:r>
              <a:rPr lang="en-US" b="1" dirty="0"/>
              <a:t>structure, growth, reproduction, metabolism, development, diseases, chemical properties, and evolutionary relationships</a:t>
            </a:r>
            <a:r>
              <a:rPr lang="en-US" dirty="0"/>
              <a:t>.</a:t>
            </a:r>
          </a:p>
          <a:p>
            <a:r>
              <a:rPr lang="en-US" dirty="0"/>
              <a:t>It includes all types of plants, from microscopic algae to the largest trees.</a:t>
            </a:r>
            <a:endParaRPr lang="en-UG" dirty="0"/>
          </a:p>
        </p:txBody>
      </p:sp>
    </p:spTree>
    <p:extLst>
      <p:ext uri="{BB962C8B-B14F-4D97-AF65-F5344CB8AC3E}">
        <p14:creationId xmlns:p14="http://schemas.microsoft.com/office/powerpoint/2010/main" val="21349746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D4BCD-7E1B-472A-8874-DC182B76A8CC}"/>
              </a:ext>
            </a:extLst>
          </p:cNvPr>
          <p:cNvSpPr>
            <a:spLocks noGrp="1"/>
          </p:cNvSpPr>
          <p:nvPr>
            <p:ph type="title"/>
          </p:nvPr>
        </p:nvSpPr>
        <p:spPr/>
        <p:txBody>
          <a:bodyPr/>
          <a:lstStyle/>
          <a:p>
            <a:endParaRPr lang="en-UG"/>
          </a:p>
        </p:txBody>
      </p:sp>
      <p:sp>
        <p:nvSpPr>
          <p:cNvPr id="3" name="Content Placeholder 2">
            <a:extLst>
              <a:ext uri="{FF2B5EF4-FFF2-40B4-BE49-F238E27FC236}">
                <a16:creationId xmlns:a16="http://schemas.microsoft.com/office/drawing/2014/main" id="{D30E6504-038C-49E3-873B-150A56CDF07D}"/>
              </a:ext>
            </a:extLst>
          </p:cNvPr>
          <p:cNvSpPr>
            <a:spLocks noGrp="1"/>
          </p:cNvSpPr>
          <p:nvPr>
            <p:ph idx="1"/>
          </p:nvPr>
        </p:nvSpPr>
        <p:spPr/>
        <p:txBody>
          <a:bodyPr>
            <a:normAutofit lnSpcReduction="10000"/>
          </a:bodyPr>
          <a:lstStyle/>
          <a:p>
            <a:r>
              <a:rPr lang="en-US" b="1" dirty="0"/>
              <a:t>Description of a Plant</a:t>
            </a:r>
          </a:p>
          <a:p>
            <a:r>
              <a:rPr lang="en-US" dirty="0"/>
              <a:t>A </a:t>
            </a:r>
            <a:r>
              <a:rPr lang="en-US" b="1" dirty="0"/>
              <a:t>plant</a:t>
            </a:r>
            <a:r>
              <a:rPr lang="en-US" dirty="0"/>
              <a:t> is a </a:t>
            </a:r>
            <a:r>
              <a:rPr lang="en-US" b="1" dirty="0"/>
              <a:t>multicellular, photosynthetic organism</a:t>
            </a:r>
            <a:r>
              <a:rPr lang="en-US" dirty="0"/>
              <a:t> belonging to the kingdom Plantae. It typically has the following characteristics:</a:t>
            </a:r>
          </a:p>
          <a:p>
            <a:r>
              <a:rPr lang="en-US" b="1" dirty="0"/>
              <a:t>Cell walls made of cellulose</a:t>
            </a:r>
            <a:endParaRPr lang="en-US" dirty="0"/>
          </a:p>
          <a:p>
            <a:r>
              <a:rPr lang="en-US" b="1" dirty="0"/>
              <a:t>Ability to perform photosynthesis</a:t>
            </a:r>
            <a:r>
              <a:rPr lang="en-US" dirty="0"/>
              <a:t> (using chlorophyll)</a:t>
            </a:r>
          </a:p>
          <a:p>
            <a:r>
              <a:rPr lang="en-US" b="1" dirty="0"/>
              <a:t>Growth from meristematic tissues</a:t>
            </a:r>
            <a:endParaRPr lang="en-US" dirty="0"/>
          </a:p>
          <a:p>
            <a:r>
              <a:rPr lang="en-US" b="1" dirty="0"/>
              <a:t>Anchored by roots</a:t>
            </a:r>
            <a:r>
              <a:rPr lang="en-US" dirty="0"/>
              <a:t> and </a:t>
            </a:r>
            <a:r>
              <a:rPr lang="en-US" b="1" dirty="0"/>
              <a:t>fixed in one place</a:t>
            </a:r>
            <a:r>
              <a:rPr lang="en-US" dirty="0"/>
              <a:t> (sessile)</a:t>
            </a:r>
          </a:p>
          <a:p>
            <a:r>
              <a:rPr lang="en-US" b="1" dirty="0"/>
              <a:t>Reproduce sexually or asexually</a:t>
            </a:r>
            <a:endParaRPr lang="en-US" dirty="0"/>
          </a:p>
          <a:p>
            <a:r>
              <a:rPr lang="en-US" b="1" dirty="0"/>
              <a:t>Lifecycle includes alternation of generations</a:t>
            </a:r>
            <a:endParaRPr lang="en-US" dirty="0"/>
          </a:p>
          <a:p>
            <a:endParaRPr lang="en-UG" dirty="0"/>
          </a:p>
        </p:txBody>
      </p:sp>
    </p:spTree>
    <p:extLst>
      <p:ext uri="{BB962C8B-B14F-4D97-AF65-F5344CB8AC3E}">
        <p14:creationId xmlns:p14="http://schemas.microsoft.com/office/powerpoint/2010/main" val="4631747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6DBB8-FB4D-47A8-88DF-E4DDEB7848BB}"/>
              </a:ext>
            </a:extLst>
          </p:cNvPr>
          <p:cNvSpPr>
            <a:spLocks noGrp="1"/>
          </p:cNvSpPr>
          <p:nvPr>
            <p:ph type="title"/>
          </p:nvPr>
        </p:nvSpPr>
        <p:spPr/>
        <p:txBody>
          <a:bodyPr/>
          <a:lstStyle/>
          <a:p>
            <a:endParaRPr lang="en-UG"/>
          </a:p>
        </p:txBody>
      </p:sp>
      <p:sp>
        <p:nvSpPr>
          <p:cNvPr id="3" name="Content Placeholder 2">
            <a:extLst>
              <a:ext uri="{FF2B5EF4-FFF2-40B4-BE49-F238E27FC236}">
                <a16:creationId xmlns:a16="http://schemas.microsoft.com/office/drawing/2014/main" id="{3883F766-6CB4-4F92-BD6D-85463DDCE02A}"/>
              </a:ext>
            </a:extLst>
          </p:cNvPr>
          <p:cNvSpPr>
            <a:spLocks noGrp="1"/>
          </p:cNvSpPr>
          <p:nvPr>
            <p:ph idx="1"/>
          </p:nvPr>
        </p:nvSpPr>
        <p:spPr/>
        <p:txBody>
          <a:bodyPr/>
          <a:lstStyle/>
          <a:p>
            <a:r>
              <a:rPr lang="en-US" b="1" dirty="0"/>
              <a:t>Basic parts of a plant:</a:t>
            </a:r>
            <a:endParaRPr lang="en-US" dirty="0"/>
          </a:p>
          <a:p>
            <a:r>
              <a:rPr lang="en-US" b="1" dirty="0"/>
              <a:t>Roots</a:t>
            </a:r>
            <a:r>
              <a:rPr lang="en-US" dirty="0"/>
              <a:t>: Absorb water and nutrients, anchor the plant.</a:t>
            </a:r>
          </a:p>
          <a:p>
            <a:r>
              <a:rPr lang="en-US" b="1" dirty="0"/>
              <a:t>Stems</a:t>
            </a:r>
            <a:r>
              <a:rPr lang="en-US" dirty="0"/>
              <a:t>: Support the plant and transport substances.</a:t>
            </a:r>
          </a:p>
          <a:p>
            <a:r>
              <a:rPr lang="en-US" b="1" dirty="0"/>
              <a:t>Leaves</a:t>
            </a:r>
            <a:r>
              <a:rPr lang="en-US" dirty="0"/>
              <a:t>: Main site of photosynthesis.</a:t>
            </a:r>
          </a:p>
          <a:p>
            <a:r>
              <a:rPr lang="en-US" b="1" dirty="0"/>
              <a:t>Flowers</a:t>
            </a:r>
            <a:r>
              <a:rPr lang="en-US" dirty="0"/>
              <a:t>: Reproductive structures.</a:t>
            </a:r>
          </a:p>
          <a:p>
            <a:r>
              <a:rPr lang="en-US" b="1" dirty="0"/>
              <a:t>Fruits and seeds</a:t>
            </a:r>
            <a:r>
              <a:rPr lang="en-US" dirty="0"/>
              <a:t>: Protect and help in the dispersal of the plant's offspring.</a:t>
            </a:r>
          </a:p>
          <a:p>
            <a:endParaRPr lang="en-UG" dirty="0"/>
          </a:p>
        </p:txBody>
      </p:sp>
    </p:spTree>
    <p:extLst>
      <p:ext uri="{BB962C8B-B14F-4D97-AF65-F5344CB8AC3E}">
        <p14:creationId xmlns:p14="http://schemas.microsoft.com/office/powerpoint/2010/main" val="24447127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2B06F-16B3-429F-8717-2A4598B94106}"/>
              </a:ext>
            </a:extLst>
          </p:cNvPr>
          <p:cNvSpPr>
            <a:spLocks noGrp="1"/>
          </p:cNvSpPr>
          <p:nvPr>
            <p:ph type="title"/>
          </p:nvPr>
        </p:nvSpPr>
        <p:spPr/>
        <p:txBody>
          <a:bodyPr/>
          <a:lstStyle/>
          <a:p>
            <a:r>
              <a:rPr lang="en-US" dirty="0"/>
              <a:t>1.2 The Concept of Agricultural Botany and Its Economic Importance</a:t>
            </a:r>
            <a:endParaRPr lang="en-UG" dirty="0"/>
          </a:p>
        </p:txBody>
      </p:sp>
      <p:sp>
        <p:nvSpPr>
          <p:cNvPr id="3" name="Content Placeholder 2">
            <a:extLst>
              <a:ext uri="{FF2B5EF4-FFF2-40B4-BE49-F238E27FC236}">
                <a16:creationId xmlns:a16="http://schemas.microsoft.com/office/drawing/2014/main" id="{512A63C5-4AD1-4794-AFF1-7802104A8873}"/>
              </a:ext>
            </a:extLst>
          </p:cNvPr>
          <p:cNvSpPr>
            <a:spLocks noGrp="1"/>
          </p:cNvSpPr>
          <p:nvPr>
            <p:ph idx="1"/>
          </p:nvPr>
        </p:nvSpPr>
        <p:spPr/>
        <p:txBody>
          <a:bodyPr>
            <a:normAutofit fontScale="92500" lnSpcReduction="10000"/>
          </a:bodyPr>
          <a:lstStyle/>
          <a:p>
            <a:r>
              <a:rPr lang="en-US" b="1" dirty="0"/>
              <a:t>Definition of Agricultural Botany</a:t>
            </a:r>
          </a:p>
          <a:p>
            <a:r>
              <a:rPr lang="en-US" b="1" dirty="0"/>
              <a:t>Agricultural Botany</a:t>
            </a:r>
            <a:r>
              <a:rPr lang="en-US" dirty="0"/>
              <a:t> is the branch of botany that deals with the </a:t>
            </a:r>
            <a:r>
              <a:rPr lang="en-US" b="1" dirty="0"/>
              <a:t>study of plants in relation to agriculture</a:t>
            </a:r>
            <a:r>
              <a:rPr lang="en-US" dirty="0"/>
              <a:t>. It focuses on </a:t>
            </a:r>
            <a:r>
              <a:rPr lang="en-US" b="1" dirty="0"/>
              <a:t>understanding plant biology</a:t>
            </a:r>
            <a:r>
              <a:rPr lang="en-US" dirty="0"/>
              <a:t> to improve the </a:t>
            </a:r>
            <a:r>
              <a:rPr lang="en-US" b="1" dirty="0"/>
              <a:t>production of crops</a:t>
            </a:r>
            <a:r>
              <a:rPr lang="en-US" dirty="0"/>
              <a:t>, manage pests, enhance resistance to diseases, and sustain farming systems.</a:t>
            </a:r>
          </a:p>
          <a:p>
            <a:r>
              <a:rPr lang="en-US" dirty="0"/>
              <a:t>It combines the principles of plant science with practical applications in agriculture.</a:t>
            </a:r>
          </a:p>
          <a:p>
            <a:r>
              <a:rPr lang="en-US" b="1" dirty="0"/>
              <a:t>Economic Importance of Agricultural Botany</a:t>
            </a:r>
          </a:p>
          <a:p>
            <a:r>
              <a:rPr lang="en-US" dirty="0"/>
              <a:t>Agricultural botany has many economic benefits, such as:</a:t>
            </a:r>
          </a:p>
          <a:p>
            <a:r>
              <a:rPr lang="en-US" b="1" dirty="0"/>
              <a:t>Crop Improvement</a:t>
            </a:r>
            <a:r>
              <a:rPr lang="en-US" dirty="0"/>
              <a:t>:</a:t>
            </a:r>
          </a:p>
          <a:p>
            <a:pPr lvl="1"/>
            <a:r>
              <a:rPr lang="en-US" dirty="0"/>
              <a:t>Helps develop high-yielding, disease-resistant, and drought-tolerant crop varieties.</a:t>
            </a:r>
          </a:p>
          <a:p>
            <a:endParaRPr lang="en-UG" dirty="0"/>
          </a:p>
        </p:txBody>
      </p:sp>
    </p:spTree>
    <p:extLst>
      <p:ext uri="{BB962C8B-B14F-4D97-AF65-F5344CB8AC3E}">
        <p14:creationId xmlns:p14="http://schemas.microsoft.com/office/powerpoint/2010/main" val="33238965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AA29E-2912-4DEC-8564-2A86300FD7A4}"/>
              </a:ext>
            </a:extLst>
          </p:cNvPr>
          <p:cNvSpPr>
            <a:spLocks noGrp="1"/>
          </p:cNvSpPr>
          <p:nvPr>
            <p:ph type="title"/>
          </p:nvPr>
        </p:nvSpPr>
        <p:spPr/>
        <p:txBody>
          <a:bodyPr/>
          <a:lstStyle/>
          <a:p>
            <a:endParaRPr lang="en-UG"/>
          </a:p>
        </p:txBody>
      </p:sp>
      <p:sp>
        <p:nvSpPr>
          <p:cNvPr id="3" name="Content Placeholder 2">
            <a:extLst>
              <a:ext uri="{FF2B5EF4-FFF2-40B4-BE49-F238E27FC236}">
                <a16:creationId xmlns:a16="http://schemas.microsoft.com/office/drawing/2014/main" id="{195A7411-9215-465A-A390-1F1B798CF4F3}"/>
              </a:ext>
            </a:extLst>
          </p:cNvPr>
          <p:cNvSpPr>
            <a:spLocks noGrp="1"/>
          </p:cNvSpPr>
          <p:nvPr>
            <p:ph idx="1"/>
          </p:nvPr>
        </p:nvSpPr>
        <p:spPr/>
        <p:txBody>
          <a:bodyPr>
            <a:normAutofit fontScale="92500" lnSpcReduction="20000"/>
          </a:bodyPr>
          <a:lstStyle/>
          <a:p>
            <a:r>
              <a:rPr lang="en-US" b="1" dirty="0"/>
              <a:t>Food Security</a:t>
            </a:r>
            <a:r>
              <a:rPr lang="en-US" dirty="0"/>
              <a:t>:</a:t>
            </a:r>
          </a:p>
          <a:p>
            <a:pPr lvl="1"/>
            <a:r>
              <a:rPr lang="en-US" dirty="0"/>
              <a:t>Increases agricultural productivity, ensuring a steady food supply.</a:t>
            </a:r>
          </a:p>
          <a:p>
            <a:r>
              <a:rPr lang="en-US" b="1" dirty="0"/>
              <a:t>Agroforestry and Conservation</a:t>
            </a:r>
            <a:r>
              <a:rPr lang="en-US" dirty="0"/>
              <a:t>:</a:t>
            </a:r>
          </a:p>
          <a:p>
            <a:pPr lvl="1"/>
            <a:r>
              <a:rPr lang="en-US" dirty="0"/>
              <a:t>Promotes sustainable land use and biodiversity conservation.</a:t>
            </a:r>
          </a:p>
          <a:p>
            <a:r>
              <a:rPr lang="en-US" b="1" dirty="0"/>
              <a:t>Medicinal Plant Cultivation</a:t>
            </a:r>
            <a:r>
              <a:rPr lang="en-US" dirty="0"/>
              <a:t>:</a:t>
            </a:r>
          </a:p>
          <a:p>
            <a:pPr lvl="1"/>
            <a:r>
              <a:rPr lang="en-US" dirty="0"/>
              <a:t>Supports the herbal medicine industry.</a:t>
            </a:r>
          </a:p>
          <a:p>
            <a:r>
              <a:rPr lang="en-US" b="1" dirty="0"/>
              <a:t>Industrial Applications</a:t>
            </a:r>
            <a:r>
              <a:rPr lang="en-US" dirty="0"/>
              <a:t>:</a:t>
            </a:r>
          </a:p>
          <a:p>
            <a:pPr lvl="1"/>
            <a:r>
              <a:rPr lang="en-US" dirty="0"/>
              <a:t>Provides raw materials for industries (cotton, rubber, oils, etc.).</a:t>
            </a:r>
          </a:p>
          <a:p>
            <a:r>
              <a:rPr lang="en-US" b="1" dirty="0"/>
              <a:t>Pest and Disease Control</a:t>
            </a:r>
            <a:r>
              <a:rPr lang="en-US" dirty="0"/>
              <a:t>:</a:t>
            </a:r>
          </a:p>
          <a:p>
            <a:pPr lvl="1"/>
            <a:r>
              <a:rPr lang="en-US" dirty="0"/>
              <a:t>Assists in the identification and management of crop pests and diseases.</a:t>
            </a:r>
          </a:p>
          <a:p>
            <a:r>
              <a:rPr lang="en-US" b="1" dirty="0"/>
              <a:t>Environmental Management</a:t>
            </a:r>
            <a:r>
              <a:rPr lang="en-US" dirty="0"/>
              <a:t>:</a:t>
            </a:r>
          </a:p>
          <a:p>
            <a:pPr lvl="1"/>
            <a:r>
              <a:rPr lang="en-US" dirty="0"/>
              <a:t>Improves soil fertility, reduces erosion, and helps in climate regulation.</a:t>
            </a:r>
          </a:p>
          <a:p>
            <a:endParaRPr lang="en-UG" dirty="0"/>
          </a:p>
        </p:txBody>
      </p:sp>
    </p:spTree>
    <p:extLst>
      <p:ext uri="{BB962C8B-B14F-4D97-AF65-F5344CB8AC3E}">
        <p14:creationId xmlns:p14="http://schemas.microsoft.com/office/powerpoint/2010/main" val="42622545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2C69C-7195-4486-8F49-0A062E738428}"/>
              </a:ext>
            </a:extLst>
          </p:cNvPr>
          <p:cNvSpPr>
            <a:spLocks noGrp="1"/>
          </p:cNvSpPr>
          <p:nvPr>
            <p:ph type="title"/>
          </p:nvPr>
        </p:nvSpPr>
        <p:spPr/>
        <p:txBody>
          <a:bodyPr/>
          <a:lstStyle/>
          <a:p>
            <a:r>
              <a:rPr lang="en-US" dirty="0"/>
              <a:t>1.3 Components of Agricultural Botany</a:t>
            </a:r>
            <a:endParaRPr lang="en-UG" dirty="0"/>
          </a:p>
        </p:txBody>
      </p:sp>
      <p:sp>
        <p:nvSpPr>
          <p:cNvPr id="3" name="Content Placeholder 2">
            <a:extLst>
              <a:ext uri="{FF2B5EF4-FFF2-40B4-BE49-F238E27FC236}">
                <a16:creationId xmlns:a16="http://schemas.microsoft.com/office/drawing/2014/main" id="{06726BC5-1AFB-438E-B96B-F4BEEFC09143}"/>
              </a:ext>
            </a:extLst>
          </p:cNvPr>
          <p:cNvSpPr>
            <a:spLocks noGrp="1"/>
          </p:cNvSpPr>
          <p:nvPr>
            <p:ph idx="1"/>
          </p:nvPr>
        </p:nvSpPr>
        <p:spPr/>
        <p:txBody>
          <a:bodyPr>
            <a:normAutofit fontScale="92500" lnSpcReduction="20000"/>
          </a:bodyPr>
          <a:lstStyle/>
          <a:p>
            <a:r>
              <a:rPr lang="en-US" dirty="0"/>
              <a:t>The study of agricultural botany includes several important areas:</a:t>
            </a:r>
          </a:p>
          <a:p>
            <a:r>
              <a:rPr lang="en-US" b="1" dirty="0"/>
              <a:t>1. Plant Morphology</a:t>
            </a:r>
          </a:p>
          <a:p>
            <a:r>
              <a:rPr lang="en-US" dirty="0"/>
              <a:t>Study of external structure of plants (roots, stems, leaves, flowers, fruits).</a:t>
            </a:r>
          </a:p>
          <a:p>
            <a:r>
              <a:rPr lang="en-US" dirty="0"/>
              <a:t>Helps in plant identification and breeding.</a:t>
            </a:r>
          </a:p>
          <a:p>
            <a:r>
              <a:rPr lang="en-US" b="1" dirty="0"/>
              <a:t>2. Plant Anatomy</a:t>
            </a:r>
          </a:p>
          <a:p>
            <a:r>
              <a:rPr lang="en-US" dirty="0"/>
              <a:t>Study of internal structure of plants (tissues and cells).</a:t>
            </a:r>
          </a:p>
          <a:p>
            <a:r>
              <a:rPr lang="en-US" dirty="0"/>
              <a:t>Useful in understanding plant functions and health.</a:t>
            </a:r>
          </a:p>
          <a:p>
            <a:r>
              <a:rPr lang="en-US" b="1" dirty="0"/>
              <a:t>3. Plant Physiology</a:t>
            </a:r>
          </a:p>
          <a:p>
            <a:r>
              <a:rPr lang="en-US" dirty="0"/>
              <a:t>Study of plant functions such as photosynthesis, respiration, transpiration, and growth.</a:t>
            </a:r>
          </a:p>
          <a:p>
            <a:r>
              <a:rPr lang="en-US" dirty="0"/>
              <a:t>Crucial for understanding how to improve plant performance.</a:t>
            </a:r>
          </a:p>
          <a:p>
            <a:endParaRPr lang="en-UG" dirty="0"/>
          </a:p>
        </p:txBody>
      </p:sp>
    </p:spTree>
    <p:extLst>
      <p:ext uri="{BB962C8B-B14F-4D97-AF65-F5344CB8AC3E}">
        <p14:creationId xmlns:p14="http://schemas.microsoft.com/office/powerpoint/2010/main" val="29982018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4EFE1-3FE5-4873-8EE9-AF40548F4F3B}"/>
              </a:ext>
            </a:extLst>
          </p:cNvPr>
          <p:cNvSpPr>
            <a:spLocks noGrp="1"/>
          </p:cNvSpPr>
          <p:nvPr>
            <p:ph type="title"/>
          </p:nvPr>
        </p:nvSpPr>
        <p:spPr/>
        <p:txBody>
          <a:bodyPr/>
          <a:lstStyle/>
          <a:p>
            <a:endParaRPr lang="en-UG"/>
          </a:p>
        </p:txBody>
      </p:sp>
      <p:sp>
        <p:nvSpPr>
          <p:cNvPr id="3" name="Content Placeholder 2">
            <a:extLst>
              <a:ext uri="{FF2B5EF4-FFF2-40B4-BE49-F238E27FC236}">
                <a16:creationId xmlns:a16="http://schemas.microsoft.com/office/drawing/2014/main" id="{1F7A7FBA-BF21-4704-A56F-B88A6AC5ECD4}"/>
              </a:ext>
            </a:extLst>
          </p:cNvPr>
          <p:cNvSpPr>
            <a:spLocks noGrp="1"/>
          </p:cNvSpPr>
          <p:nvPr>
            <p:ph idx="1"/>
          </p:nvPr>
        </p:nvSpPr>
        <p:spPr/>
        <p:txBody>
          <a:bodyPr/>
          <a:lstStyle/>
          <a:p>
            <a:r>
              <a:rPr lang="en-US" b="1" dirty="0"/>
              <a:t>7. Economic Botany</a:t>
            </a:r>
          </a:p>
          <a:p>
            <a:r>
              <a:rPr lang="en-US" dirty="0"/>
              <a:t>Study of plants with economic value (food, medicine, fiber, etc.).</a:t>
            </a:r>
          </a:p>
          <a:p>
            <a:r>
              <a:rPr lang="en-US" dirty="0"/>
              <a:t>Connects plant science with industry and livelihoods.</a:t>
            </a:r>
          </a:p>
          <a:p>
            <a:r>
              <a:rPr lang="en-US" b="1" dirty="0"/>
              <a:t>8. Weed Science</a:t>
            </a:r>
          </a:p>
          <a:p>
            <a:r>
              <a:rPr lang="en-US" dirty="0"/>
              <a:t>Study of unwanted plants (weeds) and how to manage them in crops.</a:t>
            </a:r>
          </a:p>
          <a:p>
            <a:r>
              <a:rPr lang="en-US" b="1" dirty="0"/>
              <a:t>9. Plant Pathology</a:t>
            </a:r>
          </a:p>
          <a:p>
            <a:r>
              <a:rPr lang="en-US" dirty="0"/>
              <a:t>Study of plant diseases and how to control them.</a:t>
            </a:r>
          </a:p>
          <a:p>
            <a:endParaRPr lang="en-UG" dirty="0"/>
          </a:p>
        </p:txBody>
      </p:sp>
    </p:spTree>
    <p:extLst>
      <p:ext uri="{BB962C8B-B14F-4D97-AF65-F5344CB8AC3E}">
        <p14:creationId xmlns:p14="http://schemas.microsoft.com/office/powerpoint/2010/main" val="30334415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TotalTime>
  <Words>631</Words>
  <Application>Microsoft Office PowerPoint</Application>
  <PresentationFormat>Widescreen</PresentationFormat>
  <Paragraphs>60</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Course Name: Botany and Plant Physiology Course Code:   AGR1105/ENV1104/DENV1104 </vt:lpstr>
      <vt:lpstr>PowerPoint Presentation</vt:lpstr>
      <vt:lpstr>PowerPoint Presentation</vt:lpstr>
      <vt:lpstr>PowerPoint Presentation</vt:lpstr>
      <vt:lpstr>PowerPoint Presentation</vt:lpstr>
      <vt:lpstr>PowerPoint Presentation</vt:lpstr>
      <vt:lpstr>1.2 The Concept of Agricultural Botany and Its Economic Importance</vt:lpstr>
      <vt:lpstr>PowerPoint Presentation</vt:lpstr>
      <vt:lpstr>1.3 Components of Agricultural Botany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KABALE UNIVERSITY</dc:creator>
  <cp:lastModifiedBy>KABALE UNIVERSITY</cp:lastModifiedBy>
  <cp:revision>7</cp:revision>
  <dcterms:created xsi:type="dcterms:W3CDTF">2025-09-01T06:42:37Z</dcterms:created>
  <dcterms:modified xsi:type="dcterms:W3CDTF">2025-09-01T07:21:24Z</dcterms:modified>
</cp:coreProperties>
</file>